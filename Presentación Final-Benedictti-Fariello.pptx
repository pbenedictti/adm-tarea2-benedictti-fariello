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" charset="1" panose="00000500000000000000"/>
      <p:regular r:id="rId13"/>
    </p:embeddedFont>
    <p:embeddedFont>
      <p:font typeface="Open Sauce" charset="1" panose="00000500000000000000"/>
      <p:regular r:id="rId14"/>
    </p:embeddedFont>
    <p:embeddedFont>
      <p:font typeface="Montserrat Bold" charset="1" panose="00000800000000000000"/>
      <p:regular r:id="rId15"/>
    </p:embeddedFont>
    <p:embeddedFont>
      <p:font typeface="Arimo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8.png" Type="http://schemas.openxmlformats.org/officeDocument/2006/relationships/image"/><Relationship Id="rId6" Target="../media/image12.png" Type="http://schemas.openxmlformats.org/officeDocument/2006/relationships/image"/><Relationship Id="rId7" Target="../media/image9.pn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15" Target="../media/image27.png" Type="http://schemas.openxmlformats.org/officeDocument/2006/relationships/image"/><Relationship Id="rId16" Target="../media/image28.svg" Type="http://schemas.openxmlformats.org/officeDocument/2006/relationships/image"/><Relationship Id="rId17" Target="../media/image29.png" Type="http://schemas.openxmlformats.org/officeDocument/2006/relationships/image"/><Relationship Id="rId18" Target="../media/image30.svg" Type="http://schemas.openxmlformats.org/officeDocument/2006/relationships/image"/><Relationship Id="rId2" Target="../media/image5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1.jpeg" Type="http://schemas.openxmlformats.org/officeDocument/2006/relationships/image"/><Relationship Id="rId4" Target="../media/VAHK0bCgjJM.mp4" Type="http://schemas.openxmlformats.org/officeDocument/2006/relationships/video"/><Relationship Id="rId5" Target="../media/VAHK0bCgjJM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81316" y="-2277432"/>
            <a:ext cx="24714203" cy="15935963"/>
            <a:chOff x="0" y="0"/>
            <a:chExt cx="32952271" cy="2124795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1945600" y="0"/>
              <a:ext cx="11006671" cy="11006671"/>
              <a:chOff x="0" y="0"/>
              <a:chExt cx="11006671" cy="110066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16891" y="16891"/>
                <a:ext cx="10972800" cy="10972800"/>
              </a:xfrm>
              <a:custGeom>
                <a:avLst/>
                <a:gdLst/>
                <a:ahLst/>
                <a:cxnLst/>
                <a:rect r="r" b="b" t="t" l="l"/>
                <a:pathLst>
                  <a:path h="10972800" w="10972800">
                    <a:moveTo>
                      <a:pt x="0" y="5486400"/>
                    </a:moveTo>
                    <a:cubicBezTo>
                      <a:pt x="0" y="2456307"/>
                      <a:pt x="2456307" y="0"/>
                      <a:pt x="5486400" y="0"/>
                    </a:cubicBezTo>
                    <a:cubicBezTo>
                      <a:pt x="8516493" y="0"/>
                      <a:pt x="10972800" y="2456307"/>
                      <a:pt x="10972800" y="5486400"/>
                    </a:cubicBezTo>
                    <a:cubicBezTo>
                      <a:pt x="10972800" y="8516493"/>
                      <a:pt x="8516493" y="10972800"/>
                      <a:pt x="5486400" y="10972800"/>
                    </a:cubicBezTo>
                    <a:cubicBezTo>
                      <a:pt x="2456307" y="10972800"/>
                      <a:pt x="0" y="8516493"/>
                      <a:pt x="0" y="5486400"/>
                    </a:cubicBezTo>
                    <a:close/>
                  </a:path>
                </a:pathLst>
              </a:custGeom>
              <a:solidFill>
                <a:srgbClr val="C8B8E8">
                  <a:alpha val="48627"/>
                </a:srgbClr>
              </a:solid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006709" cy="11006582"/>
              </a:xfrm>
              <a:custGeom>
                <a:avLst/>
                <a:gdLst/>
                <a:ahLst/>
                <a:cxnLst/>
                <a:rect r="r" b="b" t="t" l="l"/>
                <a:pathLst>
                  <a:path h="11006582" w="11006709">
                    <a:moveTo>
                      <a:pt x="0" y="5503291"/>
                    </a:moveTo>
                    <a:cubicBezTo>
                      <a:pt x="0" y="2463927"/>
                      <a:pt x="2463927" y="0"/>
                      <a:pt x="5503291" y="0"/>
                    </a:cubicBezTo>
                    <a:lnTo>
                      <a:pt x="5503291" y="16891"/>
                    </a:lnTo>
                    <a:lnTo>
                      <a:pt x="5503291" y="0"/>
                    </a:lnTo>
                    <a:cubicBezTo>
                      <a:pt x="8542782" y="0"/>
                      <a:pt x="11006709" y="2463927"/>
                      <a:pt x="11006709" y="5503291"/>
                    </a:cubicBezTo>
                    <a:lnTo>
                      <a:pt x="10989818" y="5503291"/>
                    </a:lnTo>
                    <a:lnTo>
                      <a:pt x="11006709" y="5503291"/>
                    </a:lnTo>
                    <a:cubicBezTo>
                      <a:pt x="11006709" y="8542655"/>
                      <a:pt x="8542782" y="11006582"/>
                      <a:pt x="5503418" y="11006582"/>
                    </a:cubicBezTo>
                    <a:lnTo>
                      <a:pt x="5503418" y="10989690"/>
                    </a:lnTo>
                    <a:lnTo>
                      <a:pt x="5503418" y="11006582"/>
                    </a:lnTo>
                    <a:cubicBezTo>
                      <a:pt x="2463927" y="11006709"/>
                      <a:pt x="0" y="8542782"/>
                      <a:pt x="0" y="5503291"/>
                    </a:cubicBezTo>
                    <a:lnTo>
                      <a:pt x="16891" y="5503291"/>
                    </a:lnTo>
                    <a:lnTo>
                      <a:pt x="33909" y="5503291"/>
                    </a:lnTo>
                    <a:lnTo>
                      <a:pt x="16891" y="5503291"/>
                    </a:lnTo>
                    <a:lnTo>
                      <a:pt x="0" y="5503291"/>
                    </a:lnTo>
                    <a:moveTo>
                      <a:pt x="33909" y="5503291"/>
                    </a:moveTo>
                    <a:cubicBezTo>
                      <a:pt x="33909" y="5512689"/>
                      <a:pt x="26289" y="5520182"/>
                      <a:pt x="17018" y="5520182"/>
                    </a:cubicBezTo>
                    <a:cubicBezTo>
                      <a:pt x="7747" y="5520182"/>
                      <a:pt x="0" y="5512689"/>
                      <a:pt x="0" y="5503291"/>
                    </a:cubicBezTo>
                    <a:cubicBezTo>
                      <a:pt x="0" y="5493893"/>
                      <a:pt x="7620" y="5486400"/>
                      <a:pt x="16891" y="5486400"/>
                    </a:cubicBezTo>
                    <a:cubicBezTo>
                      <a:pt x="26162" y="5486400"/>
                      <a:pt x="33782" y="5494020"/>
                      <a:pt x="33782" y="5503291"/>
                    </a:cubicBezTo>
                    <a:cubicBezTo>
                      <a:pt x="33909" y="8523986"/>
                      <a:pt x="2482596" y="10972800"/>
                      <a:pt x="5503291" y="10972800"/>
                    </a:cubicBezTo>
                    <a:cubicBezTo>
                      <a:pt x="8523986" y="10972800"/>
                      <a:pt x="10972800" y="8523986"/>
                      <a:pt x="10972800" y="5503291"/>
                    </a:cubicBezTo>
                    <a:cubicBezTo>
                      <a:pt x="10972800" y="2482596"/>
                      <a:pt x="8523986" y="33909"/>
                      <a:pt x="5503291" y="33909"/>
                    </a:cubicBezTo>
                    <a:lnTo>
                      <a:pt x="5503291" y="16891"/>
                    </a:lnTo>
                    <a:lnTo>
                      <a:pt x="5503291" y="33909"/>
                    </a:lnTo>
                    <a:cubicBezTo>
                      <a:pt x="2482596" y="33909"/>
                      <a:pt x="33909" y="2482596"/>
                      <a:pt x="33909" y="5503291"/>
                    </a:cubicBezTo>
                    <a:close/>
                  </a:path>
                </a:pathLst>
              </a:custGeom>
              <a:solidFill>
                <a:srgbClr val="C8B8E8">
                  <a:alpha val="48627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1460480"/>
              <a:ext cx="9787471" cy="9787471"/>
              <a:chOff x="0" y="0"/>
              <a:chExt cx="9787471" cy="978747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16891" y="16891"/>
                <a:ext cx="9753600" cy="9753600"/>
              </a:xfrm>
              <a:custGeom>
                <a:avLst/>
                <a:gdLst/>
                <a:ahLst/>
                <a:cxnLst/>
                <a:rect r="r" b="b" t="t" l="l"/>
                <a:pathLst>
                  <a:path h="9753600" w="9753600">
                    <a:moveTo>
                      <a:pt x="0" y="4876800"/>
                    </a:moveTo>
                    <a:cubicBezTo>
                      <a:pt x="0" y="2183384"/>
                      <a:pt x="2183384" y="0"/>
                      <a:pt x="4876800" y="0"/>
                    </a:cubicBezTo>
                    <a:cubicBezTo>
                      <a:pt x="7570216" y="0"/>
                      <a:pt x="9753600" y="2183384"/>
                      <a:pt x="9753600" y="4876800"/>
                    </a:cubicBezTo>
                    <a:cubicBezTo>
                      <a:pt x="9753600" y="7570216"/>
                      <a:pt x="7570216" y="9753600"/>
                      <a:pt x="4876800" y="9753600"/>
                    </a:cubicBezTo>
                    <a:cubicBezTo>
                      <a:pt x="2183384" y="9753600"/>
                      <a:pt x="0" y="7570216"/>
                      <a:pt x="0" y="4876800"/>
                    </a:cubicBezTo>
                    <a:close/>
                  </a:path>
                </a:pathLst>
              </a:custGeom>
              <a:solidFill>
                <a:srgbClr val="C8B8E8">
                  <a:alpha val="35686"/>
                </a:srgbClr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787509" cy="9787382"/>
              </a:xfrm>
              <a:custGeom>
                <a:avLst/>
                <a:gdLst/>
                <a:ahLst/>
                <a:cxnLst/>
                <a:rect r="r" b="b" t="t" l="l"/>
                <a:pathLst>
                  <a:path h="9787382" w="9787509">
                    <a:moveTo>
                      <a:pt x="0" y="4893691"/>
                    </a:moveTo>
                    <a:cubicBezTo>
                      <a:pt x="0" y="2191004"/>
                      <a:pt x="2191004" y="0"/>
                      <a:pt x="4893691" y="0"/>
                    </a:cubicBezTo>
                    <a:lnTo>
                      <a:pt x="4893691" y="16891"/>
                    </a:lnTo>
                    <a:lnTo>
                      <a:pt x="4893691" y="0"/>
                    </a:lnTo>
                    <a:cubicBezTo>
                      <a:pt x="7596505" y="0"/>
                      <a:pt x="9787509" y="2191004"/>
                      <a:pt x="9787509" y="4893691"/>
                    </a:cubicBezTo>
                    <a:lnTo>
                      <a:pt x="9770618" y="4893691"/>
                    </a:lnTo>
                    <a:lnTo>
                      <a:pt x="9787509" y="4893691"/>
                    </a:lnTo>
                    <a:cubicBezTo>
                      <a:pt x="9787509" y="7596378"/>
                      <a:pt x="7596505" y="9787382"/>
                      <a:pt x="4893818" y="9787382"/>
                    </a:cubicBezTo>
                    <a:lnTo>
                      <a:pt x="4893818" y="9770490"/>
                    </a:lnTo>
                    <a:lnTo>
                      <a:pt x="4893818" y="9787382"/>
                    </a:lnTo>
                    <a:cubicBezTo>
                      <a:pt x="2191004" y="9787509"/>
                      <a:pt x="0" y="7596505"/>
                      <a:pt x="0" y="4893691"/>
                    </a:cubicBezTo>
                    <a:lnTo>
                      <a:pt x="16891" y="4893691"/>
                    </a:lnTo>
                    <a:lnTo>
                      <a:pt x="33909" y="4893691"/>
                    </a:lnTo>
                    <a:lnTo>
                      <a:pt x="16891" y="4893691"/>
                    </a:lnTo>
                    <a:lnTo>
                      <a:pt x="0" y="4893691"/>
                    </a:lnTo>
                    <a:moveTo>
                      <a:pt x="33909" y="4893691"/>
                    </a:moveTo>
                    <a:cubicBezTo>
                      <a:pt x="33909" y="4903089"/>
                      <a:pt x="26289" y="4910582"/>
                      <a:pt x="17018" y="4910582"/>
                    </a:cubicBezTo>
                    <a:cubicBezTo>
                      <a:pt x="7747" y="4910582"/>
                      <a:pt x="0" y="4903089"/>
                      <a:pt x="0" y="4893691"/>
                    </a:cubicBezTo>
                    <a:cubicBezTo>
                      <a:pt x="0" y="4884293"/>
                      <a:pt x="7620" y="4876800"/>
                      <a:pt x="16891" y="4876800"/>
                    </a:cubicBezTo>
                    <a:cubicBezTo>
                      <a:pt x="26162" y="4876800"/>
                      <a:pt x="33782" y="4884420"/>
                      <a:pt x="33782" y="4893691"/>
                    </a:cubicBezTo>
                    <a:cubicBezTo>
                      <a:pt x="33909" y="7577709"/>
                      <a:pt x="2209673" y="9753600"/>
                      <a:pt x="4893691" y="9753600"/>
                    </a:cubicBezTo>
                    <a:cubicBezTo>
                      <a:pt x="7577709" y="9753600"/>
                      <a:pt x="9753600" y="7577709"/>
                      <a:pt x="9753600" y="4893691"/>
                    </a:cubicBezTo>
                    <a:cubicBezTo>
                      <a:pt x="9753600" y="2209673"/>
                      <a:pt x="7577709" y="33909"/>
                      <a:pt x="4893691" y="33909"/>
                    </a:cubicBezTo>
                    <a:lnTo>
                      <a:pt x="4893691" y="16891"/>
                    </a:lnTo>
                    <a:lnTo>
                      <a:pt x="4893691" y="33909"/>
                    </a:lnTo>
                    <a:cubicBezTo>
                      <a:pt x="2209673" y="33909"/>
                      <a:pt x="33909" y="2209673"/>
                      <a:pt x="33909" y="4893691"/>
                    </a:cubicBezTo>
                    <a:close/>
                  </a:path>
                </a:pathLst>
              </a:custGeom>
              <a:solidFill>
                <a:srgbClr val="F2C4CE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5849600" y="14630400"/>
              <a:ext cx="1253071" cy="1253071"/>
              <a:chOff x="0" y="0"/>
              <a:chExt cx="1253071" cy="125307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609600"/>
                    </a:moveTo>
                    <a:cubicBezTo>
                      <a:pt x="0" y="272923"/>
                      <a:pt x="272923" y="0"/>
                      <a:pt x="609600" y="0"/>
                    </a:cubicBezTo>
                    <a:cubicBezTo>
                      <a:pt x="946277" y="0"/>
                      <a:pt x="1219200" y="272923"/>
                      <a:pt x="1219200" y="609600"/>
                    </a:cubicBezTo>
                    <a:cubicBezTo>
                      <a:pt x="1219200" y="946277"/>
                      <a:pt x="946277" y="1219200"/>
                      <a:pt x="609600" y="1219200"/>
                    </a:cubicBezTo>
                    <a:cubicBezTo>
                      <a:pt x="272923" y="1219200"/>
                      <a:pt x="0" y="946277"/>
                      <a:pt x="0" y="609600"/>
                    </a:cubicBezTo>
                    <a:close/>
                  </a:path>
                </a:pathLst>
              </a:custGeom>
              <a:solidFill>
                <a:srgbClr val="C084E0">
                  <a:alpha val="63922"/>
                </a:srgbClr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3109" cy="1252982"/>
              </a:xfrm>
              <a:custGeom>
                <a:avLst/>
                <a:gdLst/>
                <a:ahLst/>
                <a:cxnLst/>
                <a:rect r="r" b="b" t="t" l="l"/>
                <a:pathLst>
                  <a:path h="1252982" w="1253109">
                    <a:moveTo>
                      <a:pt x="0" y="626491"/>
                    </a:moveTo>
                    <a:cubicBezTo>
                      <a:pt x="0" y="280543"/>
                      <a:pt x="280543" y="0"/>
                      <a:pt x="626491" y="0"/>
                    </a:cubicBezTo>
                    <a:lnTo>
                      <a:pt x="626491" y="16891"/>
                    </a:lnTo>
                    <a:lnTo>
                      <a:pt x="626491" y="0"/>
                    </a:lnTo>
                    <a:cubicBezTo>
                      <a:pt x="972566" y="0"/>
                      <a:pt x="1253109" y="280543"/>
                      <a:pt x="1253109" y="626491"/>
                    </a:cubicBezTo>
                    <a:lnTo>
                      <a:pt x="1236091" y="626491"/>
                    </a:lnTo>
                    <a:lnTo>
                      <a:pt x="1252982" y="626491"/>
                    </a:lnTo>
                    <a:cubicBezTo>
                      <a:pt x="1252982" y="972566"/>
                      <a:pt x="972439" y="1252982"/>
                      <a:pt x="626491" y="1252982"/>
                    </a:cubicBezTo>
                    <a:lnTo>
                      <a:pt x="626491" y="1236091"/>
                    </a:lnTo>
                    <a:lnTo>
                      <a:pt x="626491" y="1252982"/>
                    </a:lnTo>
                    <a:cubicBezTo>
                      <a:pt x="280543" y="1253109"/>
                      <a:pt x="0" y="972566"/>
                      <a:pt x="0" y="626491"/>
                    </a:cubicBezTo>
                    <a:lnTo>
                      <a:pt x="16891" y="626491"/>
                    </a:lnTo>
                    <a:lnTo>
                      <a:pt x="33909" y="626491"/>
                    </a:lnTo>
                    <a:lnTo>
                      <a:pt x="16891" y="626491"/>
                    </a:lnTo>
                    <a:lnTo>
                      <a:pt x="0" y="626491"/>
                    </a:lnTo>
                    <a:moveTo>
                      <a:pt x="33909" y="626491"/>
                    </a:moveTo>
                    <a:cubicBezTo>
                      <a:pt x="33909" y="635889"/>
                      <a:pt x="26289" y="643382"/>
                      <a:pt x="17018" y="643382"/>
                    </a:cubicBezTo>
                    <a:cubicBezTo>
                      <a:pt x="7747" y="643382"/>
                      <a:pt x="0" y="635889"/>
                      <a:pt x="0" y="626491"/>
                    </a:cubicBezTo>
                    <a:cubicBezTo>
                      <a:pt x="0" y="617093"/>
                      <a:pt x="7620" y="609600"/>
                      <a:pt x="16891" y="609600"/>
                    </a:cubicBezTo>
                    <a:cubicBezTo>
                      <a:pt x="26162" y="609600"/>
                      <a:pt x="33782" y="617220"/>
                      <a:pt x="33782" y="626491"/>
                    </a:cubicBezTo>
                    <a:cubicBezTo>
                      <a:pt x="33909" y="953897"/>
                      <a:pt x="299212" y="1219200"/>
                      <a:pt x="626491" y="1219200"/>
                    </a:cubicBezTo>
                    <a:cubicBezTo>
                      <a:pt x="953897" y="1219200"/>
                      <a:pt x="1219200" y="953897"/>
                      <a:pt x="1219200" y="626491"/>
                    </a:cubicBezTo>
                    <a:cubicBezTo>
                      <a:pt x="1219200" y="299212"/>
                      <a:pt x="953897" y="33909"/>
                      <a:pt x="626491" y="33909"/>
                    </a:cubicBezTo>
                    <a:lnTo>
                      <a:pt x="626491" y="16891"/>
                    </a:lnTo>
                    <a:lnTo>
                      <a:pt x="626491" y="33909"/>
                    </a:lnTo>
                    <a:cubicBezTo>
                      <a:pt x="299212" y="33909"/>
                      <a:pt x="33909" y="299212"/>
                      <a:pt x="33909" y="626491"/>
                    </a:cubicBezTo>
                    <a:close/>
                  </a:path>
                </a:pathLst>
              </a:custGeom>
              <a:solidFill>
                <a:srgbClr val="C084E0">
                  <a:alpha val="63922"/>
                </a:srgbClr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6583680" y="3901440"/>
              <a:ext cx="765391" cy="765391"/>
              <a:chOff x="0" y="0"/>
              <a:chExt cx="765391" cy="76539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73152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731520">
                    <a:moveTo>
                      <a:pt x="0" y="365760"/>
                    </a:moveTo>
                    <a:cubicBezTo>
                      <a:pt x="0" y="163703"/>
                      <a:pt x="163703" y="0"/>
                      <a:pt x="365760" y="0"/>
                    </a:cubicBezTo>
                    <a:cubicBezTo>
                      <a:pt x="567817" y="0"/>
                      <a:pt x="731520" y="163703"/>
                      <a:pt x="731520" y="365760"/>
                    </a:cubicBezTo>
                    <a:cubicBezTo>
                      <a:pt x="731520" y="567817"/>
                      <a:pt x="567817" y="731520"/>
                      <a:pt x="365760" y="731520"/>
                    </a:cubicBezTo>
                    <a:cubicBezTo>
                      <a:pt x="163703" y="731520"/>
                      <a:pt x="0" y="567817"/>
                      <a:pt x="0" y="365760"/>
                    </a:cubicBezTo>
                    <a:close/>
                  </a:path>
                </a:pathLst>
              </a:custGeom>
              <a:solidFill>
                <a:srgbClr val="E87DAB">
                  <a:alpha val="63922"/>
                </a:srgbClr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65429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765429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382651" y="16891"/>
                    </a:lnTo>
                    <a:lnTo>
                      <a:pt x="382651" y="0"/>
                    </a:lnTo>
                    <a:cubicBezTo>
                      <a:pt x="594106" y="0"/>
                      <a:pt x="765429" y="171323"/>
                      <a:pt x="765429" y="382651"/>
                    </a:cubicBezTo>
                    <a:cubicBezTo>
                      <a:pt x="765429" y="593979"/>
                      <a:pt x="594106" y="765302"/>
                      <a:pt x="382778" y="765302"/>
                    </a:cubicBezTo>
                    <a:lnTo>
                      <a:pt x="382778" y="748411"/>
                    </a:lnTo>
                    <a:lnTo>
                      <a:pt x="382778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lnTo>
                      <a:pt x="16891" y="382651"/>
                    </a:lnTo>
                    <a:lnTo>
                      <a:pt x="31369" y="391414"/>
                    </a:lnTo>
                    <a:cubicBezTo>
                      <a:pt x="27432" y="397891"/>
                      <a:pt x="19685" y="400939"/>
                      <a:pt x="12319" y="398907"/>
                    </a:cubicBezTo>
                    <a:cubicBezTo>
                      <a:pt x="4953" y="396875"/>
                      <a:pt x="0" y="390271"/>
                      <a:pt x="0" y="382651"/>
                    </a:cubicBezTo>
                    <a:moveTo>
                      <a:pt x="33909" y="382651"/>
                    </a:moveTo>
                    <a:lnTo>
                      <a:pt x="16891" y="382651"/>
                    </a:lnTo>
                    <a:lnTo>
                      <a:pt x="2413" y="373888"/>
                    </a:lnTo>
                    <a:cubicBezTo>
                      <a:pt x="6350" y="367411"/>
                      <a:pt x="14097" y="364363"/>
                      <a:pt x="21463" y="366395"/>
                    </a:cubicBezTo>
                    <a:cubicBezTo>
                      <a:pt x="28829" y="368427"/>
                      <a:pt x="33782" y="375158"/>
                      <a:pt x="33782" y="382651"/>
                    </a:cubicBezTo>
                    <a:cubicBezTo>
                      <a:pt x="33782" y="575310"/>
                      <a:pt x="189992" y="731520"/>
                      <a:pt x="382651" y="731520"/>
                    </a:cubicBezTo>
                    <a:cubicBezTo>
                      <a:pt x="575310" y="731520"/>
                      <a:pt x="731520" y="575310"/>
                      <a:pt x="731520" y="382651"/>
                    </a:cubicBezTo>
                    <a:lnTo>
                      <a:pt x="748411" y="382651"/>
                    </a:lnTo>
                    <a:lnTo>
                      <a:pt x="731520" y="382651"/>
                    </a:lnTo>
                    <a:cubicBezTo>
                      <a:pt x="731520" y="189992"/>
                      <a:pt x="575310" y="33782"/>
                      <a:pt x="382651" y="33782"/>
                    </a:cubicBezTo>
                    <a:lnTo>
                      <a:pt x="382651" y="16891"/>
                    </a:lnTo>
                    <a:lnTo>
                      <a:pt x="382651" y="33909"/>
                    </a:lnTo>
                    <a:cubicBezTo>
                      <a:pt x="189992" y="33909"/>
                      <a:pt x="33782" y="190119"/>
                      <a:pt x="33782" y="382778"/>
                    </a:cubicBezTo>
                    <a:close/>
                  </a:path>
                </a:pathLst>
              </a:custGeom>
              <a:solidFill>
                <a:srgbClr val="E87DAB">
                  <a:alpha val="63922"/>
                </a:srgbClr>
              </a:solidFill>
            </p:spPr>
          </p:sp>
        </p:grpSp>
      </p:grpSp>
      <p:sp>
        <p:nvSpPr>
          <p:cNvPr name="TextBox 15" id="15"/>
          <p:cNvSpPr txBox="true"/>
          <p:nvPr/>
        </p:nvSpPr>
        <p:spPr>
          <a:xfrm rot="0">
            <a:off x="769971" y="2352061"/>
            <a:ext cx="8059617" cy="232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19"/>
              </a:lnSpc>
              <a:spcBef>
                <a:spcPct val="0"/>
              </a:spcBef>
            </a:pPr>
            <a:r>
              <a:rPr lang="en-US" sz="9799" spc="-2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 BIBLIOTECA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9971" y="8772966"/>
            <a:ext cx="4729116" cy="48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0"/>
              </a:lnSpc>
            </a:pPr>
            <a:r>
              <a:rPr lang="en-US" sz="2857" spc="142">
                <a:solidFill>
                  <a:srgbClr val="FF009D"/>
                </a:solidFill>
                <a:latin typeface="Montserrat"/>
                <a:ea typeface="Montserrat"/>
                <a:cs typeface="Montserrat"/>
                <a:sym typeface="Montserrat"/>
              </a:rPr>
              <a:t>Paola Benedictti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9971" y="8344782"/>
            <a:ext cx="4729116" cy="48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0"/>
              </a:lnSpc>
            </a:pPr>
            <a:r>
              <a:rPr lang="en-US" sz="2857" spc="142">
                <a:solidFill>
                  <a:srgbClr val="FF009D"/>
                </a:solidFill>
                <a:latin typeface="Montserrat"/>
                <a:ea typeface="Montserrat"/>
                <a:cs typeface="Montserrat"/>
                <a:sym typeface="Montserrat"/>
              </a:rPr>
              <a:t>Bibiana Fariello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4875" y="4328482"/>
            <a:ext cx="8115300" cy="60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FF009D"/>
                </a:solidFill>
                <a:latin typeface="Open Sauce"/>
                <a:ea typeface="Open Sauce"/>
                <a:cs typeface="Open Sauce"/>
                <a:sym typeface="Open Sauce"/>
              </a:rPr>
              <a:t>Buscador de libros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575786" y="1491127"/>
            <a:ext cx="7881702" cy="7767173"/>
            <a:chOff x="0" y="0"/>
            <a:chExt cx="10508936" cy="103562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63765" y="0"/>
              <a:ext cx="8315525" cy="8176702"/>
            </a:xfrm>
            <a:custGeom>
              <a:avLst/>
              <a:gdLst/>
              <a:ahLst/>
              <a:cxnLst/>
              <a:rect r="r" b="b" t="t" l="l"/>
              <a:pathLst>
                <a:path h="8176702" w="8315525">
                  <a:moveTo>
                    <a:pt x="0" y="0"/>
                  </a:moveTo>
                  <a:lnTo>
                    <a:pt x="8315525" y="0"/>
                  </a:lnTo>
                  <a:lnTo>
                    <a:pt x="8315525" y="8176702"/>
                  </a:lnTo>
                  <a:lnTo>
                    <a:pt x="0" y="8176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260938"/>
              <a:ext cx="7191055" cy="4095292"/>
            </a:xfrm>
            <a:custGeom>
              <a:avLst/>
              <a:gdLst/>
              <a:ahLst/>
              <a:cxnLst/>
              <a:rect r="r" b="b" t="t" l="l"/>
              <a:pathLst>
                <a:path h="4095292" w="7191055">
                  <a:moveTo>
                    <a:pt x="0" y="0"/>
                  </a:moveTo>
                  <a:lnTo>
                    <a:pt x="7191055" y="0"/>
                  </a:lnTo>
                  <a:lnTo>
                    <a:pt x="7191055" y="4095292"/>
                  </a:lnTo>
                  <a:lnTo>
                    <a:pt x="0" y="4095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859292" y="1901881"/>
              <a:ext cx="6649644" cy="6816232"/>
            </a:xfrm>
            <a:custGeom>
              <a:avLst/>
              <a:gdLst/>
              <a:ahLst/>
              <a:cxnLst/>
              <a:rect r="r" b="b" t="t" l="l"/>
              <a:pathLst>
                <a:path h="6816232" w="6649644">
                  <a:moveTo>
                    <a:pt x="0" y="0"/>
                  </a:moveTo>
                  <a:lnTo>
                    <a:pt x="6649644" y="0"/>
                  </a:lnTo>
                  <a:lnTo>
                    <a:pt x="6649644" y="6816233"/>
                  </a:lnTo>
                  <a:lnTo>
                    <a:pt x="0" y="6816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621879" y="7066114"/>
              <a:ext cx="2498822" cy="3012469"/>
            </a:xfrm>
            <a:custGeom>
              <a:avLst/>
              <a:gdLst/>
              <a:ahLst/>
              <a:cxnLst/>
              <a:rect r="r" b="b" t="t" l="l"/>
              <a:pathLst>
                <a:path h="3012469" w="2498822">
                  <a:moveTo>
                    <a:pt x="0" y="0"/>
                  </a:moveTo>
                  <a:lnTo>
                    <a:pt x="2498823" y="0"/>
                  </a:lnTo>
                  <a:lnTo>
                    <a:pt x="2498823" y="3012469"/>
                  </a:lnTo>
                  <a:lnTo>
                    <a:pt x="0" y="301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81316" y="-2277432"/>
            <a:ext cx="24714203" cy="15935963"/>
            <a:chOff x="0" y="0"/>
            <a:chExt cx="32952271" cy="2124795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1945600" y="0"/>
              <a:ext cx="11006671" cy="11006671"/>
              <a:chOff x="0" y="0"/>
              <a:chExt cx="11006671" cy="110066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16891" y="16891"/>
                <a:ext cx="10972800" cy="10972800"/>
              </a:xfrm>
              <a:custGeom>
                <a:avLst/>
                <a:gdLst/>
                <a:ahLst/>
                <a:cxnLst/>
                <a:rect r="r" b="b" t="t" l="l"/>
                <a:pathLst>
                  <a:path h="10972800" w="10972800">
                    <a:moveTo>
                      <a:pt x="0" y="5486400"/>
                    </a:moveTo>
                    <a:cubicBezTo>
                      <a:pt x="0" y="2456307"/>
                      <a:pt x="2456307" y="0"/>
                      <a:pt x="5486400" y="0"/>
                    </a:cubicBezTo>
                    <a:cubicBezTo>
                      <a:pt x="8516493" y="0"/>
                      <a:pt x="10972800" y="2456307"/>
                      <a:pt x="10972800" y="5486400"/>
                    </a:cubicBezTo>
                    <a:cubicBezTo>
                      <a:pt x="10972800" y="8516493"/>
                      <a:pt x="8516493" y="10972800"/>
                      <a:pt x="5486400" y="10972800"/>
                    </a:cubicBezTo>
                    <a:cubicBezTo>
                      <a:pt x="2456307" y="10972800"/>
                      <a:pt x="0" y="8516493"/>
                      <a:pt x="0" y="5486400"/>
                    </a:cubicBezTo>
                    <a:close/>
                  </a:path>
                </a:pathLst>
              </a:custGeom>
              <a:solidFill>
                <a:srgbClr val="C8B8E8">
                  <a:alpha val="48627"/>
                </a:srgbClr>
              </a:solid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006709" cy="11006582"/>
              </a:xfrm>
              <a:custGeom>
                <a:avLst/>
                <a:gdLst/>
                <a:ahLst/>
                <a:cxnLst/>
                <a:rect r="r" b="b" t="t" l="l"/>
                <a:pathLst>
                  <a:path h="11006582" w="11006709">
                    <a:moveTo>
                      <a:pt x="0" y="5503291"/>
                    </a:moveTo>
                    <a:cubicBezTo>
                      <a:pt x="0" y="2463927"/>
                      <a:pt x="2463927" y="0"/>
                      <a:pt x="5503291" y="0"/>
                    </a:cubicBezTo>
                    <a:lnTo>
                      <a:pt x="5503291" y="16891"/>
                    </a:lnTo>
                    <a:lnTo>
                      <a:pt x="5503291" y="0"/>
                    </a:lnTo>
                    <a:cubicBezTo>
                      <a:pt x="8542782" y="0"/>
                      <a:pt x="11006709" y="2463927"/>
                      <a:pt x="11006709" y="5503291"/>
                    </a:cubicBezTo>
                    <a:lnTo>
                      <a:pt x="10989818" y="5503291"/>
                    </a:lnTo>
                    <a:lnTo>
                      <a:pt x="11006709" y="5503291"/>
                    </a:lnTo>
                    <a:cubicBezTo>
                      <a:pt x="11006709" y="8542655"/>
                      <a:pt x="8542782" y="11006582"/>
                      <a:pt x="5503418" y="11006582"/>
                    </a:cubicBezTo>
                    <a:lnTo>
                      <a:pt x="5503418" y="10989690"/>
                    </a:lnTo>
                    <a:lnTo>
                      <a:pt x="5503418" y="11006582"/>
                    </a:lnTo>
                    <a:cubicBezTo>
                      <a:pt x="2463927" y="11006709"/>
                      <a:pt x="0" y="8542782"/>
                      <a:pt x="0" y="5503291"/>
                    </a:cubicBezTo>
                    <a:lnTo>
                      <a:pt x="16891" y="5503291"/>
                    </a:lnTo>
                    <a:lnTo>
                      <a:pt x="33909" y="5503291"/>
                    </a:lnTo>
                    <a:lnTo>
                      <a:pt x="16891" y="5503291"/>
                    </a:lnTo>
                    <a:lnTo>
                      <a:pt x="0" y="5503291"/>
                    </a:lnTo>
                    <a:moveTo>
                      <a:pt x="33909" y="5503291"/>
                    </a:moveTo>
                    <a:cubicBezTo>
                      <a:pt x="33909" y="5512689"/>
                      <a:pt x="26289" y="5520182"/>
                      <a:pt x="17018" y="5520182"/>
                    </a:cubicBezTo>
                    <a:cubicBezTo>
                      <a:pt x="7747" y="5520182"/>
                      <a:pt x="0" y="5512689"/>
                      <a:pt x="0" y="5503291"/>
                    </a:cubicBezTo>
                    <a:cubicBezTo>
                      <a:pt x="0" y="5493893"/>
                      <a:pt x="7620" y="5486400"/>
                      <a:pt x="16891" y="5486400"/>
                    </a:cubicBezTo>
                    <a:cubicBezTo>
                      <a:pt x="26162" y="5486400"/>
                      <a:pt x="33782" y="5494020"/>
                      <a:pt x="33782" y="5503291"/>
                    </a:cubicBezTo>
                    <a:cubicBezTo>
                      <a:pt x="33909" y="8523986"/>
                      <a:pt x="2482596" y="10972800"/>
                      <a:pt x="5503291" y="10972800"/>
                    </a:cubicBezTo>
                    <a:cubicBezTo>
                      <a:pt x="8523986" y="10972800"/>
                      <a:pt x="10972800" y="8523986"/>
                      <a:pt x="10972800" y="5503291"/>
                    </a:cubicBezTo>
                    <a:cubicBezTo>
                      <a:pt x="10972800" y="2482596"/>
                      <a:pt x="8523986" y="33909"/>
                      <a:pt x="5503291" y="33909"/>
                    </a:cubicBezTo>
                    <a:lnTo>
                      <a:pt x="5503291" y="16891"/>
                    </a:lnTo>
                    <a:lnTo>
                      <a:pt x="5503291" y="33909"/>
                    </a:lnTo>
                    <a:cubicBezTo>
                      <a:pt x="2482596" y="33909"/>
                      <a:pt x="33909" y="2482596"/>
                      <a:pt x="33909" y="5503291"/>
                    </a:cubicBezTo>
                    <a:close/>
                  </a:path>
                </a:pathLst>
              </a:custGeom>
              <a:solidFill>
                <a:srgbClr val="C8B8E8">
                  <a:alpha val="48627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1460480"/>
              <a:ext cx="9787471" cy="9787471"/>
              <a:chOff x="0" y="0"/>
              <a:chExt cx="9787471" cy="978747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16891" y="16891"/>
                <a:ext cx="9753600" cy="9753600"/>
              </a:xfrm>
              <a:custGeom>
                <a:avLst/>
                <a:gdLst/>
                <a:ahLst/>
                <a:cxnLst/>
                <a:rect r="r" b="b" t="t" l="l"/>
                <a:pathLst>
                  <a:path h="9753600" w="9753600">
                    <a:moveTo>
                      <a:pt x="0" y="4876800"/>
                    </a:moveTo>
                    <a:cubicBezTo>
                      <a:pt x="0" y="2183384"/>
                      <a:pt x="2183384" y="0"/>
                      <a:pt x="4876800" y="0"/>
                    </a:cubicBezTo>
                    <a:cubicBezTo>
                      <a:pt x="7570216" y="0"/>
                      <a:pt x="9753600" y="2183384"/>
                      <a:pt x="9753600" y="4876800"/>
                    </a:cubicBezTo>
                    <a:cubicBezTo>
                      <a:pt x="9753600" y="7570216"/>
                      <a:pt x="7570216" y="9753600"/>
                      <a:pt x="4876800" y="9753600"/>
                    </a:cubicBezTo>
                    <a:cubicBezTo>
                      <a:pt x="2183384" y="9753600"/>
                      <a:pt x="0" y="7570216"/>
                      <a:pt x="0" y="4876800"/>
                    </a:cubicBezTo>
                    <a:close/>
                  </a:path>
                </a:pathLst>
              </a:custGeom>
              <a:solidFill>
                <a:srgbClr val="F2C4CE">
                  <a:alpha val="35686"/>
                </a:srgbClr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787509" cy="9787382"/>
              </a:xfrm>
              <a:custGeom>
                <a:avLst/>
                <a:gdLst/>
                <a:ahLst/>
                <a:cxnLst/>
                <a:rect r="r" b="b" t="t" l="l"/>
                <a:pathLst>
                  <a:path h="9787382" w="9787509">
                    <a:moveTo>
                      <a:pt x="0" y="4893691"/>
                    </a:moveTo>
                    <a:cubicBezTo>
                      <a:pt x="0" y="2191004"/>
                      <a:pt x="2191004" y="0"/>
                      <a:pt x="4893691" y="0"/>
                    </a:cubicBezTo>
                    <a:lnTo>
                      <a:pt x="4893691" y="16891"/>
                    </a:lnTo>
                    <a:lnTo>
                      <a:pt x="4893691" y="0"/>
                    </a:lnTo>
                    <a:cubicBezTo>
                      <a:pt x="7596505" y="0"/>
                      <a:pt x="9787509" y="2191004"/>
                      <a:pt x="9787509" y="4893691"/>
                    </a:cubicBezTo>
                    <a:lnTo>
                      <a:pt x="9770618" y="4893691"/>
                    </a:lnTo>
                    <a:lnTo>
                      <a:pt x="9787509" y="4893691"/>
                    </a:lnTo>
                    <a:cubicBezTo>
                      <a:pt x="9787509" y="7596378"/>
                      <a:pt x="7596505" y="9787382"/>
                      <a:pt x="4893818" y="9787382"/>
                    </a:cubicBezTo>
                    <a:lnTo>
                      <a:pt x="4893818" y="9770490"/>
                    </a:lnTo>
                    <a:lnTo>
                      <a:pt x="4893818" y="9787382"/>
                    </a:lnTo>
                    <a:cubicBezTo>
                      <a:pt x="2191004" y="9787509"/>
                      <a:pt x="0" y="7596505"/>
                      <a:pt x="0" y="4893691"/>
                    </a:cubicBezTo>
                    <a:lnTo>
                      <a:pt x="16891" y="4893691"/>
                    </a:lnTo>
                    <a:lnTo>
                      <a:pt x="33909" y="4893691"/>
                    </a:lnTo>
                    <a:lnTo>
                      <a:pt x="16891" y="4893691"/>
                    </a:lnTo>
                    <a:lnTo>
                      <a:pt x="0" y="4893691"/>
                    </a:lnTo>
                    <a:moveTo>
                      <a:pt x="33909" y="4893691"/>
                    </a:moveTo>
                    <a:cubicBezTo>
                      <a:pt x="33909" y="4903089"/>
                      <a:pt x="26289" y="4910582"/>
                      <a:pt x="17018" y="4910582"/>
                    </a:cubicBezTo>
                    <a:cubicBezTo>
                      <a:pt x="7747" y="4910582"/>
                      <a:pt x="0" y="4903089"/>
                      <a:pt x="0" y="4893691"/>
                    </a:cubicBezTo>
                    <a:cubicBezTo>
                      <a:pt x="0" y="4884293"/>
                      <a:pt x="7620" y="4876800"/>
                      <a:pt x="16891" y="4876800"/>
                    </a:cubicBezTo>
                    <a:cubicBezTo>
                      <a:pt x="26162" y="4876800"/>
                      <a:pt x="33782" y="4884420"/>
                      <a:pt x="33782" y="4893691"/>
                    </a:cubicBezTo>
                    <a:cubicBezTo>
                      <a:pt x="33909" y="7577709"/>
                      <a:pt x="2209673" y="9753600"/>
                      <a:pt x="4893691" y="9753600"/>
                    </a:cubicBezTo>
                    <a:cubicBezTo>
                      <a:pt x="7577709" y="9753600"/>
                      <a:pt x="9753600" y="7577709"/>
                      <a:pt x="9753600" y="4893691"/>
                    </a:cubicBezTo>
                    <a:cubicBezTo>
                      <a:pt x="9753600" y="2209673"/>
                      <a:pt x="7577709" y="33909"/>
                      <a:pt x="4893691" y="33909"/>
                    </a:cubicBezTo>
                    <a:lnTo>
                      <a:pt x="4893691" y="16891"/>
                    </a:lnTo>
                    <a:lnTo>
                      <a:pt x="4893691" y="33909"/>
                    </a:lnTo>
                    <a:cubicBezTo>
                      <a:pt x="2209673" y="33909"/>
                      <a:pt x="33909" y="2209673"/>
                      <a:pt x="33909" y="4893691"/>
                    </a:cubicBezTo>
                    <a:close/>
                  </a:path>
                </a:pathLst>
              </a:custGeom>
              <a:solidFill>
                <a:srgbClr val="F2C4CE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5849600" y="14630400"/>
              <a:ext cx="1253071" cy="1253071"/>
              <a:chOff x="0" y="0"/>
              <a:chExt cx="1253071" cy="125307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609600"/>
                    </a:moveTo>
                    <a:cubicBezTo>
                      <a:pt x="0" y="272923"/>
                      <a:pt x="272923" y="0"/>
                      <a:pt x="609600" y="0"/>
                    </a:cubicBezTo>
                    <a:cubicBezTo>
                      <a:pt x="946277" y="0"/>
                      <a:pt x="1219200" y="272923"/>
                      <a:pt x="1219200" y="609600"/>
                    </a:cubicBezTo>
                    <a:cubicBezTo>
                      <a:pt x="1219200" y="946277"/>
                      <a:pt x="946277" y="1219200"/>
                      <a:pt x="609600" y="1219200"/>
                    </a:cubicBezTo>
                    <a:cubicBezTo>
                      <a:pt x="272923" y="1219200"/>
                      <a:pt x="0" y="946277"/>
                      <a:pt x="0" y="609600"/>
                    </a:cubicBezTo>
                    <a:close/>
                  </a:path>
                </a:pathLst>
              </a:custGeom>
              <a:solidFill>
                <a:srgbClr val="C084E0">
                  <a:alpha val="63922"/>
                </a:srgbClr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3109" cy="1252982"/>
              </a:xfrm>
              <a:custGeom>
                <a:avLst/>
                <a:gdLst/>
                <a:ahLst/>
                <a:cxnLst/>
                <a:rect r="r" b="b" t="t" l="l"/>
                <a:pathLst>
                  <a:path h="1252982" w="1253109">
                    <a:moveTo>
                      <a:pt x="0" y="626491"/>
                    </a:moveTo>
                    <a:cubicBezTo>
                      <a:pt x="0" y="280543"/>
                      <a:pt x="280543" y="0"/>
                      <a:pt x="626491" y="0"/>
                    </a:cubicBezTo>
                    <a:lnTo>
                      <a:pt x="626491" y="16891"/>
                    </a:lnTo>
                    <a:lnTo>
                      <a:pt x="626491" y="0"/>
                    </a:lnTo>
                    <a:cubicBezTo>
                      <a:pt x="972566" y="0"/>
                      <a:pt x="1253109" y="280543"/>
                      <a:pt x="1253109" y="626491"/>
                    </a:cubicBezTo>
                    <a:lnTo>
                      <a:pt x="1236091" y="626491"/>
                    </a:lnTo>
                    <a:lnTo>
                      <a:pt x="1252982" y="626491"/>
                    </a:lnTo>
                    <a:cubicBezTo>
                      <a:pt x="1252982" y="972566"/>
                      <a:pt x="972439" y="1252982"/>
                      <a:pt x="626491" y="1252982"/>
                    </a:cubicBezTo>
                    <a:lnTo>
                      <a:pt x="626491" y="1236091"/>
                    </a:lnTo>
                    <a:lnTo>
                      <a:pt x="626491" y="1252982"/>
                    </a:lnTo>
                    <a:cubicBezTo>
                      <a:pt x="280543" y="1253109"/>
                      <a:pt x="0" y="972566"/>
                      <a:pt x="0" y="626491"/>
                    </a:cubicBezTo>
                    <a:lnTo>
                      <a:pt x="16891" y="626491"/>
                    </a:lnTo>
                    <a:lnTo>
                      <a:pt x="33909" y="626491"/>
                    </a:lnTo>
                    <a:lnTo>
                      <a:pt x="16891" y="626491"/>
                    </a:lnTo>
                    <a:lnTo>
                      <a:pt x="0" y="626491"/>
                    </a:lnTo>
                    <a:moveTo>
                      <a:pt x="33909" y="626491"/>
                    </a:moveTo>
                    <a:cubicBezTo>
                      <a:pt x="33909" y="635889"/>
                      <a:pt x="26289" y="643382"/>
                      <a:pt x="17018" y="643382"/>
                    </a:cubicBezTo>
                    <a:cubicBezTo>
                      <a:pt x="7747" y="643382"/>
                      <a:pt x="0" y="635889"/>
                      <a:pt x="0" y="626491"/>
                    </a:cubicBezTo>
                    <a:cubicBezTo>
                      <a:pt x="0" y="617093"/>
                      <a:pt x="7620" y="609600"/>
                      <a:pt x="16891" y="609600"/>
                    </a:cubicBezTo>
                    <a:cubicBezTo>
                      <a:pt x="26162" y="609600"/>
                      <a:pt x="33782" y="617220"/>
                      <a:pt x="33782" y="626491"/>
                    </a:cubicBezTo>
                    <a:cubicBezTo>
                      <a:pt x="33909" y="953897"/>
                      <a:pt x="299212" y="1219200"/>
                      <a:pt x="626491" y="1219200"/>
                    </a:cubicBezTo>
                    <a:cubicBezTo>
                      <a:pt x="953897" y="1219200"/>
                      <a:pt x="1219200" y="953897"/>
                      <a:pt x="1219200" y="626491"/>
                    </a:cubicBezTo>
                    <a:cubicBezTo>
                      <a:pt x="1219200" y="299212"/>
                      <a:pt x="953897" y="33909"/>
                      <a:pt x="626491" y="33909"/>
                    </a:cubicBezTo>
                    <a:lnTo>
                      <a:pt x="626491" y="16891"/>
                    </a:lnTo>
                    <a:lnTo>
                      <a:pt x="626491" y="33909"/>
                    </a:lnTo>
                    <a:cubicBezTo>
                      <a:pt x="299212" y="33909"/>
                      <a:pt x="33909" y="299212"/>
                      <a:pt x="33909" y="626491"/>
                    </a:cubicBezTo>
                    <a:close/>
                  </a:path>
                </a:pathLst>
              </a:custGeom>
              <a:solidFill>
                <a:srgbClr val="C084E0">
                  <a:alpha val="63922"/>
                </a:srgbClr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4511040" y="3455583"/>
              <a:ext cx="765391" cy="765391"/>
              <a:chOff x="0" y="0"/>
              <a:chExt cx="765391" cy="76539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73152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731520">
                    <a:moveTo>
                      <a:pt x="0" y="365760"/>
                    </a:moveTo>
                    <a:cubicBezTo>
                      <a:pt x="0" y="163703"/>
                      <a:pt x="163703" y="0"/>
                      <a:pt x="365760" y="0"/>
                    </a:cubicBezTo>
                    <a:cubicBezTo>
                      <a:pt x="567817" y="0"/>
                      <a:pt x="731520" y="163703"/>
                      <a:pt x="731520" y="365760"/>
                    </a:cubicBezTo>
                    <a:cubicBezTo>
                      <a:pt x="731520" y="567817"/>
                      <a:pt x="567817" y="731520"/>
                      <a:pt x="365760" y="731520"/>
                    </a:cubicBezTo>
                    <a:cubicBezTo>
                      <a:pt x="163703" y="731520"/>
                      <a:pt x="0" y="567817"/>
                      <a:pt x="0" y="365760"/>
                    </a:cubicBezTo>
                    <a:close/>
                  </a:path>
                </a:pathLst>
              </a:custGeom>
              <a:solidFill>
                <a:srgbClr val="E87DAB">
                  <a:alpha val="63922"/>
                </a:srgbClr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65429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765429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382651" y="16891"/>
                    </a:lnTo>
                    <a:lnTo>
                      <a:pt x="382651" y="0"/>
                    </a:lnTo>
                    <a:cubicBezTo>
                      <a:pt x="594106" y="0"/>
                      <a:pt x="765429" y="171323"/>
                      <a:pt x="765429" y="382651"/>
                    </a:cubicBezTo>
                    <a:cubicBezTo>
                      <a:pt x="765429" y="593979"/>
                      <a:pt x="594106" y="765302"/>
                      <a:pt x="382778" y="765302"/>
                    </a:cubicBezTo>
                    <a:lnTo>
                      <a:pt x="382778" y="748411"/>
                    </a:lnTo>
                    <a:lnTo>
                      <a:pt x="382778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lnTo>
                      <a:pt x="16891" y="382651"/>
                    </a:lnTo>
                    <a:lnTo>
                      <a:pt x="31369" y="391414"/>
                    </a:lnTo>
                    <a:cubicBezTo>
                      <a:pt x="27432" y="397891"/>
                      <a:pt x="19685" y="400939"/>
                      <a:pt x="12319" y="398907"/>
                    </a:cubicBezTo>
                    <a:cubicBezTo>
                      <a:pt x="4953" y="396875"/>
                      <a:pt x="0" y="390271"/>
                      <a:pt x="0" y="382651"/>
                    </a:cubicBezTo>
                    <a:moveTo>
                      <a:pt x="33909" y="382651"/>
                    </a:moveTo>
                    <a:lnTo>
                      <a:pt x="16891" y="382651"/>
                    </a:lnTo>
                    <a:lnTo>
                      <a:pt x="2413" y="373888"/>
                    </a:lnTo>
                    <a:cubicBezTo>
                      <a:pt x="6350" y="367411"/>
                      <a:pt x="14097" y="364363"/>
                      <a:pt x="21463" y="366395"/>
                    </a:cubicBezTo>
                    <a:cubicBezTo>
                      <a:pt x="28829" y="368427"/>
                      <a:pt x="33782" y="375158"/>
                      <a:pt x="33782" y="382651"/>
                    </a:cubicBezTo>
                    <a:cubicBezTo>
                      <a:pt x="33782" y="575310"/>
                      <a:pt x="189992" y="731520"/>
                      <a:pt x="382651" y="731520"/>
                    </a:cubicBezTo>
                    <a:cubicBezTo>
                      <a:pt x="575310" y="731520"/>
                      <a:pt x="731520" y="575310"/>
                      <a:pt x="731520" y="382651"/>
                    </a:cubicBezTo>
                    <a:lnTo>
                      <a:pt x="748411" y="382651"/>
                    </a:lnTo>
                    <a:lnTo>
                      <a:pt x="731520" y="382651"/>
                    </a:lnTo>
                    <a:cubicBezTo>
                      <a:pt x="731520" y="189992"/>
                      <a:pt x="575310" y="33782"/>
                      <a:pt x="382651" y="33782"/>
                    </a:cubicBezTo>
                    <a:lnTo>
                      <a:pt x="382651" y="16891"/>
                    </a:lnTo>
                    <a:lnTo>
                      <a:pt x="382651" y="33909"/>
                    </a:lnTo>
                    <a:cubicBezTo>
                      <a:pt x="189992" y="33909"/>
                      <a:pt x="33782" y="190119"/>
                      <a:pt x="33782" y="382778"/>
                    </a:cubicBezTo>
                    <a:close/>
                  </a:path>
                </a:pathLst>
              </a:custGeom>
              <a:solidFill>
                <a:srgbClr val="E87DAB">
                  <a:alpha val="63922"/>
                </a:srgbClr>
              </a:solidFill>
            </p:spPr>
          </p:sp>
        </p:grpSp>
      </p:grpSp>
      <p:grpSp>
        <p:nvGrpSpPr>
          <p:cNvPr name="Group 15" id="15"/>
          <p:cNvGrpSpPr/>
          <p:nvPr/>
        </p:nvGrpSpPr>
        <p:grpSpPr>
          <a:xfrm rot="0">
            <a:off x="787394" y="1295317"/>
            <a:ext cx="16459200" cy="1280160"/>
            <a:chOff x="0" y="0"/>
            <a:chExt cx="21945600" cy="1706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945600" cy="1706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>
                  <a:solidFill>
                    <a:srgbClr val="7B4FA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Buscador de Libros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8997" y="2725334"/>
            <a:ext cx="16850363" cy="1854203"/>
            <a:chOff x="0" y="0"/>
            <a:chExt cx="22467151" cy="24722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36077" y="16891"/>
              <a:ext cx="22394807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394807">
                  <a:moveTo>
                    <a:pt x="0" y="0"/>
                  </a:moveTo>
                  <a:lnTo>
                    <a:pt x="22394807" y="0"/>
                  </a:lnTo>
                  <a:lnTo>
                    <a:pt x="22394807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DE8F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66959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466959">
                  <a:moveTo>
                    <a:pt x="36077" y="0"/>
                  </a:moveTo>
                  <a:lnTo>
                    <a:pt x="22430884" y="0"/>
                  </a:lnTo>
                  <a:cubicBezTo>
                    <a:pt x="22450957" y="0"/>
                    <a:pt x="22466959" y="7620"/>
                    <a:pt x="22466959" y="16891"/>
                  </a:cubicBezTo>
                  <a:lnTo>
                    <a:pt x="22466959" y="2455291"/>
                  </a:lnTo>
                  <a:cubicBezTo>
                    <a:pt x="22466959" y="2464689"/>
                    <a:pt x="22450685" y="2472182"/>
                    <a:pt x="22430884" y="2472182"/>
                  </a:cubicBezTo>
                  <a:lnTo>
                    <a:pt x="36077" y="2472182"/>
                  </a:lnTo>
                  <a:cubicBezTo>
                    <a:pt x="16004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16275" y="0"/>
                    <a:pt x="36077" y="0"/>
                  </a:cubicBezTo>
                  <a:moveTo>
                    <a:pt x="36077" y="33909"/>
                  </a:moveTo>
                  <a:lnTo>
                    <a:pt x="36077" y="16891"/>
                  </a:lnTo>
                  <a:lnTo>
                    <a:pt x="72425" y="16891"/>
                  </a:lnTo>
                  <a:lnTo>
                    <a:pt x="72425" y="2455291"/>
                  </a:lnTo>
                  <a:lnTo>
                    <a:pt x="36077" y="2455291"/>
                  </a:lnTo>
                  <a:lnTo>
                    <a:pt x="36077" y="2438400"/>
                  </a:lnTo>
                  <a:lnTo>
                    <a:pt x="22430884" y="2438400"/>
                  </a:lnTo>
                  <a:lnTo>
                    <a:pt x="22430884" y="2455291"/>
                  </a:lnTo>
                  <a:lnTo>
                    <a:pt x="22394807" y="2455291"/>
                  </a:lnTo>
                  <a:lnTo>
                    <a:pt x="22394807" y="16891"/>
                  </a:lnTo>
                  <a:lnTo>
                    <a:pt x="22430884" y="16891"/>
                  </a:lnTo>
                  <a:lnTo>
                    <a:pt x="22430884" y="33909"/>
                  </a:lnTo>
                  <a:lnTo>
                    <a:pt x="36077" y="33909"/>
                  </a:lnTo>
                  <a:close/>
                </a:path>
              </a:pathLst>
            </a:custGeom>
            <a:solidFill>
              <a:srgbClr val="F2C4C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59813" y="2829476"/>
            <a:ext cx="16527780" cy="1645920"/>
            <a:chOff x="0" y="0"/>
            <a:chExt cx="22037040" cy="2194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03704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037041">
                  <a:moveTo>
                    <a:pt x="0" y="0"/>
                  </a:moveTo>
                  <a:lnTo>
                    <a:pt x="22037041" y="0"/>
                  </a:lnTo>
                  <a:lnTo>
                    <a:pt x="22037041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5" r="54633" b="-3876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203704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3D2B5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El objetivo del proyecto es desarrollar u</a:t>
              </a:r>
              <a:r>
                <a:rPr lang="en-US" sz="2300">
                  <a:solidFill>
                    <a:srgbClr val="3D2B5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na aplicación móvil funcional que consuma una API pública, aplicando un ciclo de desarrollo profesional desde el diseño hasta la documentación. La app permite buscar libros por título o autor mediante OpenLibrary, visualizar los resultados obtenidos, guardar libros como favoritos y acceder a ellos desde una sección específica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88997" y="5112937"/>
            <a:ext cx="3957323" cy="4048763"/>
            <a:chOff x="0" y="0"/>
            <a:chExt cx="5276431" cy="53983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52425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AF0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76342" cy="5398262"/>
            </a:xfrm>
            <a:custGeom>
              <a:avLst/>
              <a:gdLst/>
              <a:ahLst/>
              <a:cxnLst/>
              <a:rect r="r" b="b" t="t" l="l"/>
              <a:pathLst>
                <a:path h="53982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5381371"/>
                  </a:lnTo>
                  <a:cubicBezTo>
                    <a:pt x="5276342" y="5390769"/>
                    <a:pt x="5268722" y="5398262"/>
                    <a:pt x="525945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5259451" y="5364480"/>
                  </a:lnTo>
                  <a:lnTo>
                    <a:pt x="5259451" y="5381371"/>
                  </a:lnTo>
                  <a:lnTo>
                    <a:pt x="5242560" y="53813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8E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169157" y="5478697"/>
            <a:ext cx="1305563" cy="1305563"/>
            <a:chOff x="0" y="0"/>
            <a:chExt cx="1740751" cy="17407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9D72C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9D72C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437886" y="5747426"/>
            <a:ext cx="768096" cy="768096"/>
            <a:chOff x="0" y="0"/>
            <a:chExt cx="1024128" cy="1024128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01392" y="7201287"/>
            <a:ext cx="3566160" cy="640080"/>
            <a:chOff x="0" y="0"/>
            <a:chExt cx="475488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4880" cy="853440"/>
            </a:xfrm>
            <a:custGeom>
              <a:avLst/>
              <a:gdLst/>
              <a:ahLst/>
              <a:cxnLst/>
              <a:rect r="r" b="b" t="t" l="l"/>
              <a:pathLst>
                <a:path h="8534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475488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Búsqueda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88997" y="7841367"/>
            <a:ext cx="3954780" cy="1320333"/>
            <a:chOff x="0" y="0"/>
            <a:chExt cx="5273040" cy="17604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73040" cy="1760444"/>
            </a:xfrm>
            <a:custGeom>
              <a:avLst/>
              <a:gdLst/>
              <a:ahLst/>
              <a:cxnLst/>
              <a:rect r="r" b="b" t="t" l="l"/>
              <a:pathLst>
                <a:path h="1760444" w="5273040">
                  <a:moveTo>
                    <a:pt x="0" y="0"/>
                  </a:moveTo>
                  <a:lnTo>
                    <a:pt x="5273040" y="0"/>
                  </a:lnTo>
                  <a:lnTo>
                    <a:pt x="5273040" y="1760444"/>
                  </a:lnTo>
                  <a:lnTo>
                    <a:pt x="0" y="17604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2" r="9826" b="23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273040" cy="1760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Por título o autor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vía OpenLibrary API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186677" y="5112937"/>
            <a:ext cx="3957323" cy="4048763"/>
            <a:chOff x="0" y="0"/>
            <a:chExt cx="5276431" cy="53983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2425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AF0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76342" cy="5398262"/>
            </a:xfrm>
            <a:custGeom>
              <a:avLst/>
              <a:gdLst/>
              <a:ahLst/>
              <a:cxnLst/>
              <a:rect r="r" b="b" t="t" l="l"/>
              <a:pathLst>
                <a:path h="53982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5381371"/>
                  </a:lnTo>
                  <a:cubicBezTo>
                    <a:pt x="5276342" y="5390769"/>
                    <a:pt x="5268722" y="5398262"/>
                    <a:pt x="525945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5259451" y="5364480"/>
                  </a:lnTo>
                  <a:lnTo>
                    <a:pt x="5259451" y="5381371"/>
                  </a:lnTo>
                  <a:lnTo>
                    <a:pt x="5242560" y="53813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8E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66837" y="5478697"/>
            <a:ext cx="1305563" cy="1305563"/>
            <a:chOff x="0" y="0"/>
            <a:chExt cx="1740751" cy="17407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E87DAB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E87DA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35566" y="5747426"/>
            <a:ext cx="768096" cy="768096"/>
            <a:chOff x="0" y="0"/>
            <a:chExt cx="1024128" cy="1024128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295808" y="7201287"/>
            <a:ext cx="3566160" cy="640080"/>
            <a:chOff x="0" y="0"/>
            <a:chExt cx="475488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54880" cy="853440"/>
            </a:xfrm>
            <a:custGeom>
              <a:avLst/>
              <a:gdLst/>
              <a:ahLst/>
              <a:cxnLst/>
              <a:rect r="r" b="b" t="t" l="l"/>
              <a:pathLst>
                <a:path h="8534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475488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Favoritos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186677" y="7841367"/>
            <a:ext cx="3954780" cy="1320333"/>
            <a:chOff x="0" y="0"/>
            <a:chExt cx="5273040" cy="17604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73040" cy="1760444"/>
            </a:xfrm>
            <a:custGeom>
              <a:avLst/>
              <a:gdLst/>
              <a:ahLst/>
              <a:cxnLst/>
              <a:rect r="r" b="b" t="t" l="l"/>
              <a:pathLst>
                <a:path h="1760444" w="5273040">
                  <a:moveTo>
                    <a:pt x="0" y="0"/>
                  </a:moveTo>
                  <a:lnTo>
                    <a:pt x="5273040" y="0"/>
                  </a:lnTo>
                  <a:lnTo>
                    <a:pt x="5273040" y="1760444"/>
                  </a:lnTo>
                  <a:lnTo>
                    <a:pt x="0" y="17604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2" r="9826" b="23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5273040" cy="1760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Guardar y gestionar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libros favoritos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484357" y="5112937"/>
            <a:ext cx="3957323" cy="4048763"/>
            <a:chOff x="0" y="0"/>
            <a:chExt cx="5276431" cy="539835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52425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AF0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276342" cy="5398262"/>
            </a:xfrm>
            <a:custGeom>
              <a:avLst/>
              <a:gdLst/>
              <a:ahLst/>
              <a:cxnLst/>
              <a:rect r="r" b="b" t="t" l="l"/>
              <a:pathLst>
                <a:path h="53982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5381371"/>
                  </a:lnTo>
                  <a:cubicBezTo>
                    <a:pt x="5276342" y="5390769"/>
                    <a:pt x="5268722" y="5398262"/>
                    <a:pt x="525945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5259451" y="5364480"/>
                  </a:lnTo>
                  <a:lnTo>
                    <a:pt x="5259451" y="5381371"/>
                  </a:lnTo>
                  <a:lnTo>
                    <a:pt x="5242560" y="53813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8E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764517" y="5478697"/>
            <a:ext cx="1305563" cy="1305563"/>
            <a:chOff x="0" y="0"/>
            <a:chExt cx="1740751" cy="174075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C084E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C084E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033246" y="5747426"/>
            <a:ext cx="768096" cy="768096"/>
            <a:chOff x="0" y="0"/>
            <a:chExt cx="1024128" cy="1024128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575786" y="7201287"/>
            <a:ext cx="3566160" cy="640080"/>
            <a:chOff x="0" y="0"/>
            <a:chExt cx="4754880" cy="853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54880" cy="853440"/>
            </a:xfrm>
            <a:custGeom>
              <a:avLst/>
              <a:gdLst/>
              <a:ahLst/>
              <a:cxnLst/>
              <a:rect r="r" b="b" t="t" l="l"/>
              <a:pathLst>
                <a:path h="8534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475488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Persistencia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484357" y="7841367"/>
            <a:ext cx="3957323" cy="1320333"/>
            <a:chOff x="0" y="0"/>
            <a:chExt cx="5276431" cy="17604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76431" cy="1760444"/>
            </a:xfrm>
            <a:custGeom>
              <a:avLst/>
              <a:gdLst/>
              <a:ahLst/>
              <a:cxnLst/>
              <a:rect r="r" b="b" t="t" l="l"/>
              <a:pathLst>
                <a:path h="1760444" w="5276431">
                  <a:moveTo>
                    <a:pt x="0" y="0"/>
                  </a:moveTo>
                  <a:lnTo>
                    <a:pt x="5276431" y="0"/>
                  </a:lnTo>
                  <a:lnTo>
                    <a:pt x="5276431" y="1760444"/>
                  </a:lnTo>
                  <a:lnTo>
                    <a:pt x="0" y="17604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2" r="9884" b="235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5276431" cy="1760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Base de datos local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 Room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782037" y="5112937"/>
            <a:ext cx="3957323" cy="4048763"/>
            <a:chOff x="0" y="0"/>
            <a:chExt cx="5276431" cy="539835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52425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AF0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76342" cy="5398262"/>
            </a:xfrm>
            <a:custGeom>
              <a:avLst/>
              <a:gdLst/>
              <a:ahLst/>
              <a:cxnLst/>
              <a:rect r="r" b="b" t="t" l="l"/>
              <a:pathLst>
                <a:path h="5398262" w="5276342">
                  <a:moveTo>
                    <a:pt x="16891" y="0"/>
                  </a:moveTo>
                  <a:lnTo>
                    <a:pt x="5259451" y="0"/>
                  </a:lnTo>
                  <a:cubicBezTo>
                    <a:pt x="5268849" y="0"/>
                    <a:pt x="5276342" y="7620"/>
                    <a:pt x="5276342" y="16891"/>
                  </a:cubicBezTo>
                  <a:lnTo>
                    <a:pt x="5276342" y="5381371"/>
                  </a:lnTo>
                  <a:cubicBezTo>
                    <a:pt x="5276342" y="5390769"/>
                    <a:pt x="5268722" y="5398262"/>
                    <a:pt x="5259451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5259451" y="5364480"/>
                  </a:lnTo>
                  <a:lnTo>
                    <a:pt x="5259451" y="5381371"/>
                  </a:lnTo>
                  <a:lnTo>
                    <a:pt x="5242560" y="5381371"/>
                  </a:lnTo>
                  <a:lnTo>
                    <a:pt x="5242560" y="16891"/>
                  </a:lnTo>
                  <a:lnTo>
                    <a:pt x="5259451" y="16891"/>
                  </a:lnTo>
                  <a:lnTo>
                    <a:pt x="5259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8E8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5062197" y="5478697"/>
            <a:ext cx="1305563" cy="1305563"/>
            <a:chOff x="0" y="0"/>
            <a:chExt cx="1740751" cy="174075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7B4FA6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7B4FA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870305" y="7201287"/>
            <a:ext cx="3566160" cy="640080"/>
            <a:chOff x="0" y="0"/>
            <a:chExt cx="4754880" cy="8534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754880" cy="853440"/>
            </a:xfrm>
            <a:custGeom>
              <a:avLst/>
              <a:gdLst/>
              <a:ahLst/>
              <a:cxnLst/>
              <a:rect r="r" b="b" t="t" l="l"/>
              <a:pathLst>
                <a:path h="8534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9525"/>
              <a:ext cx="475488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Configuración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784580" y="7841367"/>
            <a:ext cx="3954780" cy="1320333"/>
            <a:chOff x="0" y="0"/>
            <a:chExt cx="5273040" cy="176044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273040" cy="1760444"/>
            </a:xfrm>
            <a:custGeom>
              <a:avLst/>
              <a:gdLst/>
              <a:ahLst/>
              <a:cxnLst/>
              <a:rect r="r" b="b" t="t" l="l"/>
              <a:pathLst>
                <a:path h="1760444" w="5273040">
                  <a:moveTo>
                    <a:pt x="0" y="0"/>
                  </a:moveTo>
                  <a:lnTo>
                    <a:pt x="5273040" y="0"/>
                  </a:lnTo>
                  <a:lnTo>
                    <a:pt x="5273040" y="1760444"/>
                  </a:lnTo>
                  <a:lnTo>
                    <a:pt x="0" y="17604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2" r="9826" b="235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5273040" cy="1760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899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Configuración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de apariencia 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337155" y="5747426"/>
            <a:ext cx="768096" cy="768096"/>
            <a:chOff x="0" y="0"/>
            <a:chExt cx="1024128" cy="1024128"/>
          </a:xfrm>
        </p:grpSpPr>
        <p:sp>
          <p:nvSpPr>
            <p:cNvPr name="Freeform 79" id="79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9692640" y="273709"/>
            <a:ext cx="8046720" cy="30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50"/>
              </a:lnSpc>
            </a:pPr>
            <a:r>
              <a:rPr lang="en-US" sz="1700">
                <a:solidFill>
                  <a:srgbClr val="FF009D"/>
                </a:solidFill>
                <a:latin typeface="Open Sauce"/>
                <a:ea typeface="Open Sauce"/>
                <a:cs typeface="Open Sauce"/>
                <a:sym typeface="Open Sauce"/>
              </a:rPr>
              <a:t>APLICACIONES PARA DISPOSITIVOS MÓVILES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2103" y="-1475737"/>
            <a:ext cx="5511803" cy="5511803"/>
            <a:chOff x="0" y="0"/>
            <a:chExt cx="7349071" cy="7349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8B8E8">
                <a:alpha val="20000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C8B8E8">
                <a:alpha val="2000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475737" y="7668263"/>
            <a:ext cx="4597403" cy="4597403"/>
            <a:chOff x="0" y="0"/>
            <a:chExt cx="6129871" cy="612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F2C4CE">
                <a:alpha val="2000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299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F2C4CE">
                <a:alpha val="2000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0975" y="1877568"/>
            <a:ext cx="5852160" cy="822960"/>
            <a:chOff x="0" y="0"/>
            <a:chExt cx="78028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02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560" r="0" b="-885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7802880" cy="1087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ARQUITECTURA &amp; STACK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28700"/>
            <a:ext cx="16459200" cy="1203198"/>
            <a:chOff x="0" y="0"/>
            <a:chExt cx="21945600" cy="16042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604264"/>
            </a:xfrm>
            <a:custGeom>
              <a:avLst/>
              <a:gdLst/>
              <a:ahLst/>
              <a:cxnLst/>
              <a:rect r="r" b="b" t="t" l="l"/>
              <a:pathLst>
                <a:path h="16042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04264"/>
                  </a:lnTo>
                  <a:lnTo>
                    <a:pt x="0" y="1604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48" r="0" b="-2159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1945600" cy="1604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7B4FA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Tecnologías Utilizadas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1703" y="3096263"/>
            <a:ext cx="7889243" cy="1854203"/>
            <a:chOff x="0" y="0"/>
            <a:chExt cx="10518991" cy="2472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485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AF0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18901" cy="2472182"/>
            </a:xfrm>
            <a:custGeom>
              <a:avLst/>
              <a:gdLst/>
              <a:ahLst/>
              <a:cxnLst/>
              <a:rect r="r" b="b" t="t" l="l"/>
              <a:pathLst>
                <a:path h="24721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455291"/>
                  </a:lnTo>
                  <a:cubicBezTo>
                    <a:pt x="10518901" y="2464689"/>
                    <a:pt x="10511282" y="2472182"/>
                    <a:pt x="105020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0502011" y="2438400"/>
                  </a:lnTo>
                  <a:lnTo>
                    <a:pt x="10502011" y="2455291"/>
                  </a:lnTo>
                  <a:lnTo>
                    <a:pt x="10485120" y="24552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8E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21159" y="3370583"/>
            <a:ext cx="1305563" cy="1305563"/>
            <a:chOff x="0" y="0"/>
            <a:chExt cx="1740751" cy="17407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9D72C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9D72C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89888" y="3639312"/>
            <a:ext cx="768096" cy="768096"/>
            <a:chOff x="0" y="0"/>
            <a:chExt cx="1024128" cy="1024128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651760" y="3639312"/>
            <a:ext cx="5852160" cy="640080"/>
            <a:chOff x="0" y="0"/>
            <a:chExt cx="780288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780288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Kotlin + Jetpack Compose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651760" y="4023360"/>
            <a:ext cx="5852160" cy="640080"/>
            <a:chOff x="0" y="0"/>
            <a:chExt cx="780288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78028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UI declarativa con Material Design 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1703" y="5290823"/>
            <a:ext cx="7889243" cy="1854203"/>
            <a:chOff x="0" y="0"/>
            <a:chExt cx="10518991" cy="24722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0485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AF0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18901" cy="2472182"/>
            </a:xfrm>
            <a:custGeom>
              <a:avLst/>
              <a:gdLst/>
              <a:ahLst/>
              <a:cxnLst/>
              <a:rect r="r" b="b" t="t" l="l"/>
              <a:pathLst>
                <a:path h="24721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455291"/>
                  </a:lnTo>
                  <a:cubicBezTo>
                    <a:pt x="10518901" y="2464689"/>
                    <a:pt x="10511282" y="2472182"/>
                    <a:pt x="105020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0502011" y="2438400"/>
                  </a:lnTo>
                  <a:lnTo>
                    <a:pt x="10502011" y="2455291"/>
                  </a:lnTo>
                  <a:lnTo>
                    <a:pt x="10485120" y="24552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8E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21159" y="5565143"/>
            <a:ext cx="1305563" cy="1305563"/>
            <a:chOff x="0" y="0"/>
            <a:chExt cx="1740751" cy="17407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E87DA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E87DA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89888" y="5833872"/>
            <a:ext cx="768096" cy="768096"/>
            <a:chOff x="0" y="0"/>
            <a:chExt cx="1024128" cy="1024128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651760" y="5754372"/>
            <a:ext cx="5852160" cy="640080"/>
            <a:chOff x="0" y="0"/>
            <a:chExt cx="7802880" cy="853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780288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OpenLibrary API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651760" y="6217920"/>
            <a:ext cx="5852160" cy="640080"/>
            <a:chOff x="0" y="0"/>
            <a:chExt cx="780288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78028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Búsqueda de libros en tiempo real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1703" y="7485383"/>
            <a:ext cx="7889243" cy="1854203"/>
            <a:chOff x="0" y="0"/>
            <a:chExt cx="10518991" cy="24722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10485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AF0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18901" cy="2472182"/>
            </a:xfrm>
            <a:custGeom>
              <a:avLst/>
              <a:gdLst/>
              <a:ahLst/>
              <a:cxnLst/>
              <a:rect r="r" b="b" t="t" l="l"/>
              <a:pathLst>
                <a:path h="24721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455291"/>
                  </a:lnTo>
                  <a:cubicBezTo>
                    <a:pt x="10518901" y="2464689"/>
                    <a:pt x="10511282" y="2472182"/>
                    <a:pt x="105020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0502011" y="2438400"/>
                  </a:lnTo>
                  <a:lnTo>
                    <a:pt x="10502011" y="2455291"/>
                  </a:lnTo>
                  <a:lnTo>
                    <a:pt x="10485120" y="24552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8E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21159" y="7759703"/>
            <a:ext cx="1305563" cy="1305563"/>
            <a:chOff x="0" y="0"/>
            <a:chExt cx="1740751" cy="174075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C084E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C084E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89888" y="8028432"/>
            <a:ext cx="768096" cy="768096"/>
            <a:chOff x="0" y="0"/>
            <a:chExt cx="1024128" cy="1024128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651760" y="7945126"/>
            <a:ext cx="5852160" cy="640080"/>
            <a:chOff x="0" y="0"/>
            <a:chExt cx="780288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780288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Room Database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651760" y="8357616"/>
            <a:ext cx="5852160" cy="640080"/>
            <a:chOff x="0" y="0"/>
            <a:chExt cx="780288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78028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Persistencia local de favoritos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79943" y="3096263"/>
            <a:ext cx="7889243" cy="1854203"/>
            <a:chOff x="0" y="0"/>
            <a:chExt cx="10518991" cy="24722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485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AF0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518901" cy="2472182"/>
            </a:xfrm>
            <a:custGeom>
              <a:avLst/>
              <a:gdLst/>
              <a:ahLst/>
              <a:cxnLst/>
              <a:rect r="r" b="b" t="t" l="l"/>
              <a:pathLst>
                <a:path h="24721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455291"/>
                  </a:lnTo>
                  <a:cubicBezTo>
                    <a:pt x="10518901" y="2464689"/>
                    <a:pt x="10511282" y="2472182"/>
                    <a:pt x="105020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0502011" y="2438400"/>
                  </a:lnTo>
                  <a:lnTo>
                    <a:pt x="10502011" y="2455291"/>
                  </a:lnTo>
                  <a:lnTo>
                    <a:pt x="10485120" y="24552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8E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899399" y="3370583"/>
            <a:ext cx="1305563" cy="1305563"/>
            <a:chOff x="0" y="0"/>
            <a:chExt cx="1740751" cy="17407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7B4FA6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7B4FA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168128" y="3639312"/>
            <a:ext cx="768096" cy="768096"/>
            <a:chOff x="0" y="0"/>
            <a:chExt cx="1024128" cy="1024128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1433562" y="3555368"/>
            <a:ext cx="5852160" cy="640080"/>
            <a:chOff x="0" y="0"/>
            <a:chExt cx="780288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9525"/>
              <a:ext cx="780288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SonarQube </a:t>
              </a:r>
              <a:r>
                <a:rPr lang="en-US" sz="2400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+ Dependency Check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430000" y="4023360"/>
            <a:ext cx="5852160" cy="640080"/>
            <a:chOff x="0" y="0"/>
            <a:chExt cx="7802880" cy="853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78028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Análisis SAST y seguridad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679943" y="5290823"/>
            <a:ext cx="7889243" cy="1854203"/>
            <a:chOff x="0" y="0"/>
            <a:chExt cx="10518991" cy="24722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10485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AF0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518901" cy="2472182"/>
            </a:xfrm>
            <a:custGeom>
              <a:avLst/>
              <a:gdLst/>
              <a:ahLst/>
              <a:cxnLst/>
              <a:rect r="r" b="b" t="t" l="l"/>
              <a:pathLst>
                <a:path h="24721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455291"/>
                  </a:lnTo>
                  <a:cubicBezTo>
                    <a:pt x="10518901" y="2464689"/>
                    <a:pt x="10511282" y="2472182"/>
                    <a:pt x="105020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0502011" y="2438400"/>
                  </a:lnTo>
                  <a:lnTo>
                    <a:pt x="10502011" y="2455291"/>
                  </a:lnTo>
                  <a:lnTo>
                    <a:pt x="10485120" y="24552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8E8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899399" y="5565143"/>
            <a:ext cx="1305563" cy="1305563"/>
            <a:chOff x="0" y="0"/>
            <a:chExt cx="1740751" cy="174075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E87DAB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E87DAB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1430000" y="5754372"/>
            <a:ext cx="5852160" cy="640080"/>
            <a:chOff x="0" y="0"/>
            <a:chExt cx="7802880" cy="8534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9525"/>
              <a:ext cx="780288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CI/CD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430000" y="6217920"/>
            <a:ext cx="5852160" cy="640080"/>
            <a:chOff x="0" y="0"/>
            <a:chExt cx="7802880" cy="8534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78028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Github Action + Fastlane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679943" y="7485383"/>
            <a:ext cx="7889243" cy="1854203"/>
            <a:chOff x="0" y="0"/>
            <a:chExt cx="10518991" cy="24722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104851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AF0FF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518901" cy="2472182"/>
            </a:xfrm>
            <a:custGeom>
              <a:avLst/>
              <a:gdLst/>
              <a:ahLst/>
              <a:cxnLst/>
              <a:rect r="r" b="b" t="t" l="l"/>
              <a:pathLst>
                <a:path h="24721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455291"/>
                  </a:lnTo>
                  <a:cubicBezTo>
                    <a:pt x="10518901" y="2464689"/>
                    <a:pt x="10511282" y="2472182"/>
                    <a:pt x="1050201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0502011" y="2438400"/>
                  </a:lnTo>
                  <a:lnTo>
                    <a:pt x="10502011" y="2455291"/>
                  </a:lnTo>
                  <a:lnTo>
                    <a:pt x="10485120" y="24552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8B8E8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899399" y="7759703"/>
            <a:ext cx="1305563" cy="1305563"/>
            <a:chOff x="0" y="0"/>
            <a:chExt cx="1740751" cy="174075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9D72C0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740662" cy="1740662"/>
            </a:xfrm>
            <a:custGeom>
              <a:avLst/>
              <a:gdLst/>
              <a:ahLst/>
              <a:cxnLst/>
              <a:rect r="r" b="b" t="t" l="l"/>
              <a:pathLst>
                <a:path h="1740662" w="1740662">
                  <a:moveTo>
                    <a:pt x="0" y="870331"/>
                  </a:moveTo>
                  <a:cubicBezTo>
                    <a:pt x="0" y="389636"/>
                    <a:pt x="389636" y="0"/>
                    <a:pt x="870331" y="0"/>
                  </a:cubicBezTo>
                  <a:lnTo>
                    <a:pt x="870331" y="16891"/>
                  </a:lnTo>
                  <a:lnTo>
                    <a:pt x="870331" y="0"/>
                  </a:lnTo>
                  <a:cubicBezTo>
                    <a:pt x="1351026" y="0"/>
                    <a:pt x="1740662" y="389636"/>
                    <a:pt x="1740662" y="870331"/>
                  </a:cubicBezTo>
                  <a:cubicBezTo>
                    <a:pt x="1740662" y="1351026"/>
                    <a:pt x="1351026" y="1740662"/>
                    <a:pt x="870331" y="1740662"/>
                  </a:cubicBezTo>
                  <a:lnTo>
                    <a:pt x="870331" y="1723771"/>
                  </a:lnTo>
                  <a:lnTo>
                    <a:pt x="870331" y="1740662"/>
                  </a:lnTo>
                  <a:cubicBezTo>
                    <a:pt x="389636" y="1740789"/>
                    <a:pt x="0" y="1351026"/>
                    <a:pt x="0" y="870331"/>
                  </a:cubicBezTo>
                  <a:lnTo>
                    <a:pt x="16891" y="870331"/>
                  </a:lnTo>
                  <a:lnTo>
                    <a:pt x="31242" y="879348"/>
                  </a:lnTo>
                  <a:cubicBezTo>
                    <a:pt x="27178" y="885698"/>
                    <a:pt x="19431" y="888619"/>
                    <a:pt x="12192" y="886587"/>
                  </a:cubicBezTo>
                  <a:cubicBezTo>
                    <a:pt x="4953" y="884555"/>
                    <a:pt x="0" y="877951"/>
                    <a:pt x="0" y="870331"/>
                  </a:cubicBezTo>
                  <a:moveTo>
                    <a:pt x="33909" y="870331"/>
                  </a:moveTo>
                  <a:lnTo>
                    <a:pt x="16891" y="870331"/>
                  </a:lnTo>
                  <a:lnTo>
                    <a:pt x="2667" y="861314"/>
                  </a:lnTo>
                  <a:cubicBezTo>
                    <a:pt x="6731" y="854964"/>
                    <a:pt x="14478" y="852043"/>
                    <a:pt x="21717" y="854075"/>
                  </a:cubicBezTo>
                  <a:cubicBezTo>
                    <a:pt x="28956" y="856107"/>
                    <a:pt x="33909" y="862838"/>
                    <a:pt x="33909" y="870331"/>
                  </a:cubicBezTo>
                  <a:cubicBezTo>
                    <a:pt x="33909" y="1332357"/>
                    <a:pt x="408432" y="1706880"/>
                    <a:pt x="870458" y="1706880"/>
                  </a:cubicBezTo>
                  <a:cubicBezTo>
                    <a:pt x="1332484" y="1706880"/>
                    <a:pt x="1707007" y="1332357"/>
                    <a:pt x="1707007" y="870331"/>
                  </a:cubicBezTo>
                  <a:lnTo>
                    <a:pt x="1723898" y="870331"/>
                  </a:lnTo>
                  <a:lnTo>
                    <a:pt x="1707007" y="870331"/>
                  </a:lnTo>
                  <a:cubicBezTo>
                    <a:pt x="1707007" y="408305"/>
                    <a:pt x="1332484" y="33782"/>
                    <a:pt x="870458" y="33782"/>
                  </a:cubicBezTo>
                  <a:lnTo>
                    <a:pt x="870458" y="16891"/>
                  </a:lnTo>
                  <a:lnTo>
                    <a:pt x="870458" y="33909"/>
                  </a:lnTo>
                  <a:cubicBezTo>
                    <a:pt x="408432" y="33909"/>
                    <a:pt x="33909" y="408432"/>
                    <a:pt x="33909" y="870331"/>
                  </a:cubicBezTo>
                  <a:close/>
                </a:path>
              </a:pathLst>
            </a:custGeom>
            <a:solidFill>
              <a:srgbClr val="9D72C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1430000" y="7945126"/>
            <a:ext cx="5852160" cy="640080"/>
            <a:chOff x="0" y="0"/>
            <a:chExt cx="7802880" cy="8534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9525"/>
              <a:ext cx="7802880" cy="843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7B4FA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JUnit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430000" y="8412480"/>
            <a:ext cx="5852160" cy="640080"/>
            <a:chOff x="0" y="0"/>
            <a:chExt cx="7802880" cy="8534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802880" cy="853440"/>
            </a:xfrm>
            <a:custGeom>
              <a:avLst/>
              <a:gdLst/>
              <a:ahLst/>
              <a:cxnLst/>
              <a:rect r="r" b="b" t="t" l="l"/>
              <a:pathLst>
                <a:path h="85344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780288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5B7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Testing unitario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168128" y="5833877"/>
            <a:ext cx="768096" cy="768096"/>
            <a:chOff x="0" y="0"/>
            <a:chExt cx="1024128" cy="1024128"/>
          </a:xfrm>
        </p:grpSpPr>
        <p:sp>
          <p:nvSpPr>
            <p:cNvPr name="Freeform 95" id="95" descr="preencoded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96" id="96"/>
          <p:cNvSpPr/>
          <p:nvPr/>
        </p:nvSpPr>
        <p:spPr>
          <a:xfrm flipH="false" flipV="false" rot="0">
            <a:off x="10253063" y="8003762"/>
            <a:ext cx="730786" cy="792766"/>
          </a:xfrm>
          <a:custGeom>
            <a:avLst/>
            <a:gdLst/>
            <a:ahLst/>
            <a:cxnLst/>
            <a:rect r="r" b="b" t="t" l="l"/>
            <a:pathLst>
              <a:path h="792766" w="730786">
                <a:moveTo>
                  <a:pt x="0" y="0"/>
                </a:moveTo>
                <a:lnTo>
                  <a:pt x="730786" y="0"/>
                </a:lnTo>
                <a:lnTo>
                  <a:pt x="730786" y="792766"/>
                </a:lnTo>
                <a:lnTo>
                  <a:pt x="0" y="792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7" id="97"/>
          <p:cNvSpPr txBox="true"/>
          <p:nvPr/>
        </p:nvSpPr>
        <p:spPr>
          <a:xfrm rot="0">
            <a:off x="9692640" y="273709"/>
            <a:ext cx="8046720" cy="30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50"/>
              </a:lnSpc>
            </a:pPr>
            <a:r>
              <a:rPr lang="en-US" sz="1700">
                <a:solidFill>
                  <a:srgbClr val="FF009D"/>
                </a:solidFill>
                <a:latin typeface="Open Sauce"/>
                <a:ea typeface="Open Sauce"/>
                <a:cs typeface="Open Sauce"/>
                <a:sym typeface="Open Sauce"/>
              </a:rPr>
              <a:t>APLICACIONES PARA DISPOSITIVOS MÓVILES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2103" y="-1475737"/>
            <a:ext cx="5511803" cy="5511803"/>
            <a:chOff x="0" y="0"/>
            <a:chExt cx="7349071" cy="7349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8B8E8">
                <a:alpha val="20000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C8B8E8">
                <a:alpha val="2000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475737" y="7668263"/>
            <a:ext cx="4597403" cy="4597403"/>
            <a:chOff x="0" y="0"/>
            <a:chExt cx="6129871" cy="612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F2C4CE">
                <a:alpha val="2000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299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F2C4CE">
                <a:alpha val="2000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906" y="580346"/>
            <a:ext cx="16459200" cy="1203198"/>
            <a:chOff x="0" y="0"/>
            <a:chExt cx="21945600" cy="1604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604264"/>
            </a:xfrm>
            <a:custGeom>
              <a:avLst/>
              <a:gdLst/>
              <a:ahLst/>
              <a:cxnLst/>
              <a:rect r="r" b="b" t="t" l="l"/>
              <a:pathLst>
                <a:path h="16042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04264"/>
                  </a:lnTo>
                  <a:lnTo>
                    <a:pt x="0" y="1604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48" r="0" b="-2159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604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7B4FA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Flujo de pantallas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92640" y="273709"/>
            <a:ext cx="8046720" cy="30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50"/>
              </a:lnSpc>
            </a:pPr>
            <a:r>
              <a:rPr lang="en-US" sz="1700">
                <a:solidFill>
                  <a:srgbClr val="FF009D"/>
                </a:solidFill>
                <a:latin typeface="Open Sauce"/>
                <a:ea typeface="Open Sauce"/>
                <a:cs typeface="Open Sauce"/>
                <a:sym typeface="Open Sauce"/>
              </a:rPr>
              <a:t>APLICACIONES PARA DISPOSITIVOS MÓVILES</a:t>
            </a:r>
          </a:p>
        </p:txBody>
      </p:sp>
      <p:sp>
        <p:nvSpPr>
          <p:cNvPr name="TextBox 12" id="12"/>
          <p:cNvSpPr txBox="true"/>
          <p:nvPr/>
        </p:nvSpPr>
        <p:spPr>
          <a:xfrm rot="-5400000">
            <a:off x="-2493068" y="5575446"/>
            <a:ext cx="8046720" cy="46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2600">
                <a:solidFill>
                  <a:srgbClr val="FF009D"/>
                </a:solidFill>
                <a:latin typeface="Open Sauce"/>
                <a:ea typeface="Open Sauce"/>
                <a:cs typeface="Open Sauce"/>
                <a:sym typeface="Open Sauce"/>
              </a:rPr>
              <a:t>MOCKS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61750" y="1783544"/>
            <a:ext cx="16109553" cy="8457047"/>
            <a:chOff x="0" y="0"/>
            <a:chExt cx="43738800" cy="2296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738800" cy="22961600"/>
            </a:xfrm>
            <a:custGeom>
              <a:avLst/>
              <a:gdLst/>
              <a:ahLst/>
              <a:cxnLst/>
              <a:rect r="r" b="b" t="t" l="l"/>
              <a:pathLst>
                <a:path h="22961600" w="43738800">
                  <a:moveTo>
                    <a:pt x="43738800" y="0"/>
                  </a:moveTo>
                  <a:lnTo>
                    <a:pt x="43738800" y="22961600"/>
                  </a:lnTo>
                  <a:lnTo>
                    <a:pt x="0" y="22961600"/>
                  </a:lnTo>
                  <a:lnTo>
                    <a:pt x="0" y="0"/>
                  </a:lnTo>
                  <a:lnTo>
                    <a:pt x="43738800" y="0"/>
                  </a:lnTo>
                  <a:close/>
                </a:path>
              </a:pathLst>
            </a:custGeom>
            <a:solidFill>
              <a:srgbClr val="F6F2F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86273" y="1933226"/>
            <a:ext cx="4256589" cy="8344786"/>
            <a:chOff x="0" y="0"/>
            <a:chExt cx="5778500" cy="11328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78500" cy="11328400"/>
            </a:xfrm>
            <a:custGeom>
              <a:avLst/>
              <a:gdLst/>
              <a:ahLst/>
              <a:cxnLst/>
              <a:rect r="r" b="b" t="t" l="l"/>
              <a:pathLst>
                <a:path h="11328400" w="5778500">
                  <a:moveTo>
                    <a:pt x="0" y="0"/>
                  </a:moveTo>
                  <a:lnTo>
                    <a:pt x="5778500" y="0"/>
                  </a:lnTo>
                  <a:lnTo>
                    <a:pt x="5778500" y="11328400"/>
                  </a:lnTo>
                  <a:lnTo>
                    <a:pt x="0" y="1132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360479" y="2307432"/>
            <a:ext cx="3508178" cy="7596374"/>
          </a:xfrm>
          <a:custGeom>
            <a:avLst/>
            <a:gdLst/>
            <a:ahLst/>
            <a:cxnLst/>
            <a:rect r="r" b="b" t="t" l="l"/>
            <a:pathLst>
              <a:path h="7596374" w="3508178">
                <a:moveTo>
                  <a:pt x="0" y="0"/>
                </a:moveTo>
                <a:lnTo>
                  <a:pt x="3508178" y="0"/>
                </a:lnTo>
                <a:lnTo>
                  <a:pt x="3508178" y="7596374"/>
                </a:lnTo>
                <a:lnTo>
                  <a:pt x="0" y="7596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33" t="-246" r="-533" b="-246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493097" y="1989357"/>
            <a:ext cx="4256589" cy="8344786"/>
            <a:chOff x="0" y="0"/>
            <a:chExt cx="5778500" cy="11328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78500" cy="11328400"/>
            </a:xfrm>
            <a:custGeom>
              <a:avLst/>
              <a:gdLst/>
              <a:ahLst/>
              <a:cxnLst/>
              <a:rect r="r" b="b" t="t" l="l"/>
              <a:pathLst>
                <a:path h="11328400" w="5778500">
                  <a:moveTo>
                    <a:pt x="0" y="0"/>
                  </a:moveTo>
                  <a:lnTo>
                    <a:pt x="5778500" y="0"/>
                  </a:lnTo>
                  <a:lnTo>
                    <a:pt x="5778500" y="11328400"/>
                  </a:lnTo>
                  <a:lnTo>
                    <a:pt x="0" y="1132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867302" y="2363563"/>
            <a:ext cx="3508178" cy="7596374"/>
            <a:chOff x="0" y="0"/>
            <a:chExt cx="4762500" cy="10312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13749871"/>
            </a:xfrm>
            <a:custGeom>
              <a:avLst/>
              <a:gdLst/>
              <a:ahLst/>
              <a:cxnLst/>
              <a:rect r="r" b="b" t="t" l="l"/>
              <a:pathLst>
                <a:path h="13749871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49871"/>
                  </a:lnTo>
                  <a:lnTo>
                    <a:pt x="0" y="13749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400" t="-184" r="24600" b="2481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821881" y="1942581"/>
            <a:ext cx="4256589" cy="8344786"/>
            <a:chOff x="0" y="0"/>
            <a:chExt cx="5778500" cy="1132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78500" cy="11328400"/>
            </a:xfrm>
            <a:custGeom>
              <a:avLst/>
              <a:gdLst/>
              <a:ahLst/>
              <a:cxnLst/>
              <a:rect r="r" b="b" t="t" l="l"/>
              <a:pathLst>
                <a:path h="11328400" w="5778500">
                  <a:moveTo>
                    <a:pt x="0" y="0"/>
                  </a:moveTo>
                  <a:lnTo>
                    <a:pt x="5778500" y="0"/>
                  </a:lnTo>
                  <a:lnTo>
                    <a:pt x="5778500" y="11328400"/>
                  </a:lnTo>
                  <a:lnTo>
                    <a:pt x="0" y="1132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196087" y="2316787"/>
            <a:ext cx="3508178" cy="7596374"/>
            <a:chOff x="0" y="0"/>
            <a:chExt cx="4762500" cy="10312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13749871"/>
            </a:xfrm>
            <a:custGeom>
              <a:avLst/>
              <a:gdLst/>
              <a:ahLst/>
              <a:cxnLst/>
              <a:rect r="r" b="b" t="t" l="l"/>
              <a:pathLst>
                <a:path h="13749871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49871"/>
                  </a:lnTo>
                  <a:lnTo>
                    <a:pt x="0" y="13749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00" t="-184" r="24600" b="2481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57489" y="1970647"/>
            <a:ext cx="4256589" cy="8344786"/>
            <a:chOff x="0" y="0"/>
            <a:chExt cx="5778500" cy="11328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78500" cy="11328400"/>
            </a:xfrm>
            <a:custGeom>
              <a:avLst/>
              <a:gdLst/>
              <a:ahLst/>
              <a:cxnLst/>
              <a:rect r="r" b="b" t="t" l="l"/>
              <a:pathLst>
                <a:path h="11328400" w="5778500">
                  <a:moveTo>
                    <a:pt x="0" y="0"/>
                  </a:moveTo>
                  <a:lnTo>
                    <a:pt x="5778500" y="0"/>
                  </a:lnTo>
                  <a:lnTo>
                    <a:pt x="5778500" y="11328400"/>
                  </a:lnTo>
                  <a:lnTo>
                    <a:pt x="0" y="1132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31694" y="2344852"/>
            <a:ext cx="3508178" cy="7596374"/>
            <a:chOff x="0" y="0"/>
            <a:chExt cx="4762500" cy="10312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13749871"/>
            </a:xfrm>
            <a:custGeom>
              <a:avLst/>
              <a:gdLst/>
              <a:ahLst/>
              <a:cxnLst/>
              <a:rect r="r" b="b" t="t" l="l"/>
              <a:pathLst>
                <a:path h="13749871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49871"/>
                  </a:lnTo>
                  <a:lnTo>
                    <a:pt x="0" y="13749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00" t="-184" r="24600" b="24815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2398302" y="2051812"/>
            <a:ext cx="1468757" cy="196458"/>
          </a:xfrm>
          <a:custGeom>
            <a:avLst/>
            <a:gdLst/>
            <a:ahLst/>
            <a:cxnLst/>
            <a:rect r="r" b="b" t="t" l="l"/>
            <a:pathLst>
              <a:path h="196458" w="1468757">
                <a:moveTo>
                  <a:pt x="0" y="0"/>
                </a:moveTo>
                <a:lnTo>
                  <a:pt x="1468757" y="0"/>
                </a:lnTo>
                <a:lnTo>
                  <a:pt x="1468757" y="196458"/>
                </a:lnTo>
                <a:lnTo>
                  <a:pt x="0" y="196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213833" y="2040118"/>
            <a:ext cx="1146005" cy="168393"/>
          </a:xfrm>
          <a:custGeom>
            <a:avLst/>
            <a:gdLst/>
            <a:ahLst/>
            <a:cxnLst/>
            <a:rect r="r" b="b" t="t" l="l"/>
            <a:pathLst>
              <a:path h="168393" w="1146005">
                <a:moveTo>
                  <a:pt x="0" y="0"/>
                </a:moveTo>
                <a:lnTo>
                  <a:pt x="1146005" y="0"/>
                </a:lnTo>
                <a:lnTo>
                  <a:pt x="1146005" y="168393"/>
                </a:lnTo>
                <a:lnTo>
                  <a:pt x="0" y="1683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051481" y="2045815"/>
            <a:ext cx="986967" cy="182425"/>
          </a:xfrm>
          <a:custGeom>
            <a:avLst/>
            <a:gdLst/>
            <a:ahLst/>
            <a:cxnLst/>
            <a:rect r="r" b="b" t="t" l="l"/>
            <a:pathLst>
              <a:path h="182425" w="986967">
                <a:moveTo>
                  <a:pt x="0" y="0"/>
                </a:moveTo>
                <a:lnTo>
                  <a:pt x="986967" y="0"/>
                </a:lnTo>
                <a:lnTo>
                  <a:pt x="986967" y="182426"/>
                </a:lnTo>
                <a:lnTo>
                  <a:pt x="0" y="1824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852081" y="2075256"/>
            <a:ext cx="1454724" cy="224523"/>
          </a:xfrm>
          <a:custGeom>
            <a:avLst/>
            <a:gdLst/>
            <a:ahLst/>
            <a:cxnLst/>
            <a:rect r="r" b="b" t="t" l="l"/>
            <a:pathLst>
              <a:path h="224523" w="1454724">
                <a:moveTo>
                  <a:pt x="0" y="0"/>
                </a:moveTo>
                <a:lnTo>
                  <a:pt x="1454725" y="0"/>
                </a:lnTo>
                <a:lnTo>
                  <a:pt x="1454725" y="224523"/>
                </a:lnTo>
                <a:lnTo>
                  <a:pt x="0" y="22452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2379189" y="1980030"/>
            <a:ext cx="14610504" cy="7822759"/>
            <a:chOff x="0" y="0"/>
            <a:chExt cx="19480671" cy="10430346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32203"/>
              <a:ext cx="2029467" cy="416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76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Inicio / Buscar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5089197" y="-57150"/>
              <a:ext cx="1595376" cy="416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76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Resultados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5280063" y="5218"/>
              <a:ext cx="2018615" cy="416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en-US" sz="176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Configuración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643272" y="2418529"/>
              <a:ext cx="3420876" cy="869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25"/>
                </a:lnSpc>
              </a:pPr>
              <a:r>
                <a:rPr lang="en-US" sz="2946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Mi Biblioteca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6685807" y="5422341"/>
              <a:ext cx="1375380" cy="931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6"/>
                </a:lnSpc>
              </a:pPr>
              <a:r>
                <a:rPr lang="en-US" sz="110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443"/>
                </a:lnSpc>
              </a:pPr>
              <a:r>
                <a:rPr lang="en-US" sz="103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237"/>
                </a:lnSpc>
              </a:pPr>
              <a:r>
                <a:rPr lang="en-US" sz="88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6685807" y="7193581"/>
              <a:ext cx="1375380" cy="931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6"/>
                </a:lnSpc>
              </a:pPr>
              <a:r>
                <a:rPr lang="en-US" sz="110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443"/>
                </a:lnSpc>
              </a:pPr>
              <a:r>
                <a:rPr lang="en-US" sz="103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237"/>
                </a:lnSpc>
              </a:pPr>
              <a:r>
                <a:rPr lang="en-US" sz="88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6685807" y="8964821"/>
              <a:ext cx="1375380" cy="931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6"/>
                </a:lnSpc>
              </a:pPr>
              <a:r>
                <a:rPr lang="en-US" sz="110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443"/>
                </a:lnSpc>
              </a:pPr>
              <a:r>
                <a:rPr lang="en-US" sz="103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237"/>
                </a:lnSpc>
              </a:pPr>
              <a:r>
                <a:rPr lang="en-US" sz="88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5563190" y="2204173"/>
              <a:ext cx="2865604" cy="253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6"/>
                </a:lnSpc>
              </a:pPr>
              <a:r>
                <a:rPr lang="en-US" sz="110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Palabra buscada (tipo buscado)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5613085" y="2765481"/>
              <a:ext cx="2304034" cy="253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6"/>
                </a:lnSpc>
              </a:pPr>
              <a:r>
                <a:rPr lang="en-US" sz="110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8 resultados encontrados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6685807" y="3651101"/>
              <a:ext cx="1375380" cy="931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6"/>
                </a:lnSpc>
              </a:pPr>
              <a:r>
                <a:rPr lang="en-US" sz="110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443"/>
                </a:lnSpc>
              </a:pPr>
              <a:r>
                <a:rPr lang="en-US" sz="103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237"/>
                </a:lnSpc>
              </a:pPr>
              <a:r>
                <a:rPr lang="en-US" sz="88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0652387" y="2428696"/>
              <a:ext cx="1674096" cy="253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6"/>
                </a:lnSpc>
              </a:pPr>
              <a:r>
                <a:rPr lang="en-US" sz="110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2 libros guardados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1799951" y="3688522"/>
              <a:ext cx="1375380" cy="931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6"/>
                </a:lnSpc>
              </a:pPr>
              <a:r>
                <a:rPr lang="en-US" sz="110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443"/>
                </a:lnSpc>
              </a:pPr>
              <a:r>
                <a:rPr lang="en-US" sz="103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237"/>
                </a:lnSpc>
              </a:pPr>
              <a:r>
                <a:rPr lang="en-US" sz="88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1799951" y="5459762"/>
              <a:ext cx="1375380" cy="931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6"/>
                </a:lnSpc>
              </a:pPr>
              <a:r>
                <a:rPr lang="en-US" sz="110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443"/>
                </a:lnSpc>
              </a:pPr>
              <a:r>
                <a:rPr lang="en-US" sz="103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237"/>
                </a:lnSpc>
              </a:pPr>
              <a:r>
                <a:rPr lang="en-US" sz="88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5555444" y="1617275"/>
              <a:ext cx="2153628" cy="605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2"/>
                </a:lnSpc>
              </a:pPr>
              <a:r>
                <a:rPr lang="en-US" sz="265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Resultado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1412499" y="1629749"/>
              <a:ext cx="2876781" cy="605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2"/>
                </a:lnSpc>
              </a:pPr>
              <a:r>
                <a:rPr lang="en-US" sz="265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Mis Favoritos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6452749" y="1654696"/>
              <a:ext cx="3027922" cy="6055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2"/>
                </a:lnSpc>
              </a:pPr>
              <a:r>
                <a:rPr lang="en-US" sz="265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Configuración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135090" y="4692640"/>
              <a:ext cx="1581081" cy="238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43"/>
                </a:lnSpc>
              </a:pPr>
              <a:r>
                <a:rPr lang="en-US" sz="103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Buscar por título ...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611203" y="5341263"/>
              <a:ext cx="1482403" cy="238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43"/>
                </a:lnSpc>
              </a:pPr>
              <a:r>
                <a:rPr lang="en-US" sz="103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Buscar por: Título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2033184" y="6108385"/>
              <a:ext cx="561770" cy="238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43"/>
                </a:lnSpc>
              </a:pPr>
              <a:r>
                <a:rPr lang="en-US" sz="1031" spc="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Buscar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436623" y="4090623"/>
              <a:ext cx="1552155" cy="337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62"/>
                </a:lnSpc>
              </a:pPr>
              <a:r>
                <a:rPr lang="en-US" sz="147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Buscar libros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1584137" y="7947575"/>
              <a:ext cx="2310495" cy="7618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235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Mis Favoritos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74629" y="10077913"/>
              <a:ext cx="545130" cy="27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78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Título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5288773" y="10090387"/>
              <a:ext cx="545130" cy="27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78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Título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0402917" y="10127807"/>
              <a:ext cx="545130" cy="27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78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Título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5517060" y="10152754"/>
              <a:ext cx="545130" cy="27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78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Título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5766531" y="5550025"/>
              <a:ext cx="1030051" cy="27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78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Acerca de 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6951515" y="6258067"/>
              <a:ext cx="716828" cy="5300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178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Versión 1.0.0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5729110" y="3641576"/>
              <a:ext cx="1014945" cy="277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78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Apariencia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6951515" y="4340093"/>
              <a:ext cx="1261098" cy="494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78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Modo oscuro</a:t>
              </a:r>
            </a:p>
            <a:p>
              <a:pPr algn="l">
                <a:lnSpc>
                  <a:spcPts val="1340"/>
                </a:lnSpc>
              </a:pPr>
              <a:r>
                <a:rPr lang="en-US" sz="95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Tema de la app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0203340" y="-44676"/>
              <a:ext cx="1383750" cy="431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78"/>
                </a:lnSpc>
              </a:pPr>
              <a:r>
                <a:rPr lang="en-US" sz="1841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Favoritos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32103" y="-1475737"/>
            <a:ext cx="5511803" cy="5511803"/>
            <a:chOff x="0" y="0"/>
            <a:chExt cx="7349071" cy="7349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8B8E8">
                <a:alpha val="20000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491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7349109">
                  <a:moveTo>
                    <a:pt x="0" y="3674491"/>
                  </a:moveTo>
                  <a:cubicBezTo>
                    <a:pt x="0" y="1645158"/>
                    <a:pt x="1645158" y="0"/>
                    <a:pt x="3674491" y="0"/>
                  </a:cubicBezTo>
                  <a:lnTo>
                    <a:pt x="3674491" y="16891"/>
                  </a:lnTo>
                  <a:lnTo>
                    <a:pt x="3674491" y="0"/>
                  </a:lnTo>
                  <a:cubicBezTo>
                    <a:pt x="5703951" y="0"/>
                    <a:pt x="7349109" y="1645158"/>
                    <a:pt x="7349109" y="3674491"/>
                  </a:cubicBezTo>
                  <a:cubicBezTo>
                    <a:pt x="7349109" y="5703824"/>
                    <a:pt x="5703951" y="7348982"/>
                    <a:pt x="3674618" y="7348982"/>
                  </a:cubicBezTo>
                  <a:lnTo>
                    <a:pt x="3674618" y="7332090"/>
                  </a:lnTo>
                  <a:lnTo>
                    <a:pt x="3674618" y="7348982"/>
                  </a:lnTo>
                  <a:cubicBezTo>
                    <a:pt x="1645158" y="7349109"/>
                    <a:pt x="0" y="5703951"/>
                    <a:pt x="0" y="3674491"/>
                  </a:cubicBezTo>
                  <a:lnTo>
                    <a:pt x="16891" y="3674491"/>
                  </a:lnTo>
                  <a:lnTo>
                    <a:pt x="31115" y="3683635"/>
                  </a:lnTo>
                  <a:cubicBezTo>
                    <a:pt x="27051" y="3689985"/>
                    <a:pt x="19304" y="3692906"/>
                    <a:pt x="12065" y="3690747"/>
                  </a:cubicBezTo>
                  <a:cubicBezTo>
                    <a:pt x="4826" y="3688588"/>
                    <a:pt x="0" y="3682111"/>
                    <a:pt x="0" y="3674491"/>
                  </a:cubicBezTo>
                  <a:moveTo>
                    <a:pt x="33909" y="3674491"/>
                  </a:moveTo>
                  <a:lnTo>
                    <a:pt x="16891" y="3674491"/>
                  </a:lnTo>
                  <a:lnTo>
                    <a:pt x="2667" y="3665347"/>
                  </a:lnTo>
                  <a:cubicBezTo>
                    <a:pt x="6731" y="3658997"/>
                    <a:pt x="14478" y="3656076"/>
                    <a:pt x="21717" y="3658235"/>
                  </a:cubicBezTo>
                  <a:cubicBezTo>
                    <a:pt x="28956" y="3660394"/>
                    <a:pt x="33909" y="3666998"/>
                    <a:pt x="33909" y="3674491"/>
                  </a:cubicBezTo>
                  <a:cubicBezTo>
                    <a:pt x="33909" y="5685155"/>
                    <a:pt x="1663827" y="7315200"/>
                    <a:pt x="3674491" y="7315200"/>
                  </a:cubicBezTo>
                  <a:cubicBezTo>
                    <a:pt x="5685155" y="7315200"/>
                    <a:pt x="7315200" y="5685155"/>
                    <a:pt x="7315200" y="3674491"/>
                  </a:cubicBezTo>
                  <a:lnTo>
                    <a:pt x="7332091" y="3674491"/>
                  </a:lnTo>
                  <a:lnTo>
                    <a:pt x="7315200" y="3674491"/>
                  </a:lnTo>
                  <a:cubicBezTo>
                    <a:pt x="7315200" y="1663827"/>
                    <a:pt x="5685155" y="33909"/>
                    <a:pt x="3674491" y="33909"/>
                  </a:cubicBezTo>
                  <a:lnTo>
                    <a:pt x="3674491" y="16891"/>
                  </a:lnTo>
                  <a:lnTo>
                    <a:pt x="3674491" y="33909"/>
                  </a:lnTo>
                  <a:cubicBezTo>
                    <a:pt x="1663827" y="33909"/>
                    <a:pt x="33909" y="1663827"/>
                    <a:pt x="33909" y="3674491"/>
                  </a:cubicBezTo>
                  <a:close/>
                </a:path>
              </a:pathLst>
            </a:custGeom>
            <a:solidFill>
              <a:srgbClr val="C8B8E8">
                <a:alpha val="2000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475737" y="7668263"/>
            <a:ext cx="4597403" cy="4597403"/>
            <a:chOff x="0" y="0"/>
            <a:chExt cx="6129871" cy="612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F2C4CE">
                <a:alpha val="2000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299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F2C4CE">
                <a:alpha val="2000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8906" y="580346"/>
            <a:ext cx="16459200" cy="1203198"/>
            <a:chOff x="0" y="0"/>
            <a:chExt cx="21945600" cy="16042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604264"/>
            </a:xfrm>
            <a:custGeom>
              <a:avLst/>
              <a:gdLst/>
              <a:ahLst/>
              <a:cxnLst/>
              <a:rect r="r" b="b" t="t" l="l"/>
              <a:pathLst>
                <a:path h="16042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04264"/>
                  </a:lnTo>
                  <a:lnTo>
                    <a:pt x="0" y="1604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148" r="0" b="-21594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604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7B4FA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Demostración</a:t>
              </a:r>
            </a:p>
          </p:txBody>
        </p:sp>
      </p:grpSp>
      <p:pic>
        <p:nvPicPr>
          <p:cNvPr name="Picture 11" id="11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7215360" y="-27450"/>
            <a:ext cx="4623099" cy="10287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</a:ln>
        </p:spPr>
      </p:pic>
      <p:sp>
        <p:nvSpPr>
          <p:cNvPr name="TextBox 12" id="12"/>
          <p:cNvSpPr txBox="true"/>
          <p:nvPr/>
        </p:nvSpPr>
        <p:spPr>
          <a:xfrm rot="0">
            <a:off x="9692640" y="273709"/>
            <a:ext cx="8046720" cy="306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50"/>
              </a:lnSpc>
            </a:pPr>
            <a:r>
              <a:rPr lang="en-US" sz="1700">
                <a:solidFill>
                  <a:srgbClr val="FF009D"/>
                </a:solidFill>
                <a:latin typeface="Open Sauce"/>
                <a:ea typeface="Open Sauce"/>
                <a:cs typeface="Open Sauce"/>
                <a:sym typeface="Open Sauce"/>
              </a:rPr>
              <a:t>APLICACIONES PARA DISPOSITIVOS MÓVILES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32989" y="-2013541"/>
            <a:ext cx="22190277" cy="14061436"/>
            <a:chOff x="0" y="0"/>
            <a:chExt cx="29587036" cy="1874858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2487865" y="0"/>
              <a:ext cx="7099170" cy="7099170"/>
              <a:chOff x="0" y="0"/>
              <a:chExt cx="11006671" cy="110066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16891" y="16891"/>
                <a:ext cx="10972800" cy="10972800"/>
              </a:xfrm>
              <a:custGeom>
                <a:avLst/>
                <a:gdLst/>
                <a:ahLst/>
                <a:cxnLst/>
                <a:rect r="r" b="b" t="t" l="l"/>
                <a:pathLst>
                  <a:path h="10972800" w="10972800">
                    <a:moveTo>
                      <a:pt x="0" y="5486400"/>
                    </a:moveTo>
                    <a:cubicBezTo>
                      <a:pt x="0" y="2456307"/>
                      <a:pt x="2456307" y="0"/>
                      <a:pt x="5486400" y="0"/>
                    </a:cubicBezTo>
                    <a:cubicBezTo>
                      <a:pt x="8516493" y="0"/>
                      <a:pt x="10972800" y="2456307"/>
                      <a:pt x="10972800" y="5486400"/>
                    </a:cubicBezTo>
                    <a:cubicBezTo>
                      <a:pt x="10972800" y="8516493"/>
                      <a:pt x="8516493" y="10972800"/>
                      <a:pt x="5486400" y="10972800"/>
                    </a:cubicBezTo>
                    <a:cubicBezTo>
                      <a:pt x="2456307" y="10972800"/>
                      <a:pt x="0" y="8516493"/>
                      <a:pt x="0" y="5486400"/>
                    </a:cubicBezTo>
                    <a:close/>
                  </a:path>
                </a:pathLst>
              </a:custGeom>
              <a:solidFill>
                <a:srgbClr val="C8B8E8">
                  <a:alpha val="48627"/>
                </a:srgbClr>
              </a:solid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006709" cy="11006582"/>
              </a:xfrm>
              <a:custGeom>
                <a:avLst/>
                <a:gdLst/>
                <a:ahLst/>
                <a:cxnLst/>
                <a:rect r="r" b="b" t="t" l="l"/>
                <a:pathLst>
                  <a:path h="11006582" w="11006709">
                    <a:moveTo>
                      <a:pt x="0" y="5503291"/>
                    </a:moveTo>
                    <a:cubicBezTo>
                      <a:pt x="0" y="2463927"/>
                      <a:pt x="2463927" y="0"/>
                      <a:pt x="5503291" y="0"/>
                    </a:cubicBezTo>
                    <a:lnTo>
                      <a:pt x="5503291" y="16891"/>
                    </a:lnTo>
                    <a:lnTo>
                      <a:pt x="5503291" y="0"/>
                    </a:lnTo>
                    <a:cubicBezTo>
                      <a:pt x="8542782" y="0"/>
                      <a:pt x="11006709" y="2463927"/>
                      <a:pt x="11006709" y="5503291"/>
                    </a:cubicBezTo>
                    <a:lnTo>
                      <a:pt x="10989818" y="5503291"/>
                    </a:lnTo>
                    <a:lnTo>
                      <a:pt x="11006709" y="5503291"/>
                    </a:lnTo>
                    <a:cubicBezTo>
                      <a:pt x="11006709" y="8542655"/>
                      <a:pt x="8542782" y="11006582"/>
                      <a:pt x="5503418" y="11006582"/>
                    </a:cubicBezTo>
                    <a:lnTo>
                      <a:pt x="5503418" y="10989690"/>
                    </a:lnTo>
                    <a:lnTo>
                      <a:pt x="5503418" y="11006582"/>
                    </a:lnTo>
                    <a:cubicBezTo>
                      <a:pt x="2463927" y="11006709"/>
                      <a:pt x="0" y="8542782"/>
                      <a:pt x="0" y="5503291"/>
                    </a:cubicBezTo>
                    <a:lnTo>
                      <a:pt x="16891" y="5503291"/>
                    </a:lnTo>
                    <a:lnTo>
                      <a:pt x="33909" y="5503291"/>
                    </a:lnTo>
                    <a:lnTo>
                      <a:pt x="16891" y="5503291"/>
                    </a:lnTo>
                    <a:lnTo>
                      <a:pt x="0" y="5503291"/>
                    </a:lnTo>
                    <a:moveTo>
                      <a:pt x="33909" y="5503291"/>
                    </a:moveTo>
                    <a:cubicBezTo>
                      <a:pt x="33909" y="5512689"/>
                      <a:pt x="26289" y="5520182"/>
                      <a:pt x="17018" y="5520182"/>
                    </a:cubicBezTo>
                    <a:cubicBezTo>
                      <a:pt x="7747" y="5520182"/>
                      <a:pt x="0" y="5512689"/>
                      <a:pt x="0" y="5503291"/>
                    </a:cubicBezTo>
                    <a:cubicBezTo>
                      <a:pt x="0" y="5493893"/>
                      <a:pt x="7620" y="5486400"/>
                      <a:pt x="16891" y="5486400"/>
                    </a:cubicBezTo>
                    <a:cubicBezTo>
                      <a:pt x="26162" y="5486400"/>
                      <a:pt x="33782" y="5494020"/>
                      <a:pt x="33782" y="5503291"/>
                    </a:cubicBezTo>
                    <a:cubicBezTo>
                      <a:pt x="33909" y="8523986"/>
                      <a:pt x="2482596" y="10972800"/>
                      <a:pt x="5503291" y="10972800"/>
                    </a:cubicBezTo>
                    <a:cubicBezTo>
                      <a:pt x="8523986" y="10972800"/>
                      <a:pt x="10972800" y="8523986"/>
                      <a:pt x="10972800" y="5503291"/>
                    </a:cubicBezTo>
                    <a:cubicBezTo>
                      <a:pt x="10972800" y="2482596"/>
                      <a:pt x="8523986" y="33909"/>
                      <a:pt x="5503291" y="33909"/>
                    </a:cubicBezTo>
                    <a:lnTo>
                      <a:pt x="5503291" y="16891"/>
                    </a:lnTo>
                    <a:lnTo>
                      <a:pt x="5503291" y="33909"/>
                    </a:lnTo>
                    <a:cubicBezTo>
                      <a:pt x="2482596" y="33909"/>
                      <a:pt x="33909" y="2482596"/>
                      <a:pt x="33909" y="5503291"/>
                    </a:cubicBezTo>
                    <a:close/>
                  </a:path>
                </a:pathLst>
              </a:custGeom>
              <a:solidFill>
                <a:srgbClr val="C8B8E8">
                  <a:alpha val="48627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501785"/>
              <a:ext cx="6246797" cy="6246797"/>
              <a:chOff x="0" y="0"/>
              <a:chExt cx="9787471" cy="978747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16891" y="16891"/>
                <a:ext cx="9753600" cy="9753600"/>
              </a:xfrm>
              <a:custGeom>
                <a:avLst/>
                <a:gdLst/>
                <a:ahLst/>
                <a:cxnLst/>
                <a:rect r="r" b="b" t="t" l="l"/>
                <a:pathLst>
                  <a:path h="9753600" w="9753600">
                    <a:moveTo>
                      <a:pt x="0" y="4876800"/>
                    </a:moveTo>
                    <a:cubicBezTo>
                      <a:pt x="0" y="2183384"/>
                      <a:pt x="2183384" y="0"/>
                      <a:pt x="4876800" y="0"/>
                    </a:cubicBezTo>
                    <a:cubicBezTo>
                      <a:pt x="7570216" y="0"/>
                      <a:pt x="9753600" y="2183384"/>
                      <a:pt x="9753600" y="4876800"/>
                    </a:cubicBezTo>
                    <a:cubicBezTo>
                      <a:pt x="9753600" y="7570216"/>
                      <a:pt x="7570216" y="9753600"/>
                      <a:pt x="4876800" y="9753600"/>
                    </a:cubicBezTo>
                    <a:cubicBezTo>
                      <a:pt x="2183384" y="9753600"/>
                      <a:pt x="0" y="7570216"/>
                      <a:pt x="0" y="4876800"/>
                    </a:cubicBezTo>
                    <a:close/>
                  </a:path>
                </a:pathLst>
              </a:custGeom>
              <a:solidFill>
                <a:srgbClr val="F2C4CE">
                  <a:alpha val="35686"/>
                </a:srgbClr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787509" cy="9787382"/>
              </a:xfrm>
              <a:custGeom>
                <a:avLst/>
                <a:gdLst/>
                <a:ahLst/>
                <a:cxnLst/>
                <a:rect r="r" b="b" t="t" l="l"/>
                <a:pathLst>
                  <a:path h="9787382" w="9787509">
                    <a:moveTo>
                      <a:pt x="0" y="4893691"/>
                    </a:moveTo>
                    <a:cubicBezTo>
                      <a:pt x="0" y="2191004"/>
                      <a:pt x="2191004" y="0"/>
                      <a:pt x="4893691" y="0"/>
                    </a:cubicBezTo>
                    <a:lnTo>
                      <a:pt x="4893691" y="16891"/>
                    </a:lnTo>
                    <a:lnTo>
                      <a:pt x="4893691" y="0"/>
                    </a:lnTo>
                    <a:cubicBezTo>
                      <a:pt x="7596505" y="0"/>
                      <a:pt x="9787509" y="2191004"/>
                      <a:pt x="9787509" y="4893691"/>
                    </a:cubicBezTo>
                    <a:lnTo>
                      <a:pt x="9770618" y="4893691"/>
                    </a:lnTo>
                    <a:lnTo>
                      <a:pt x="9787509" y="4893691"/>
                    </a:lnTo>
                    <a:cubicBezTo>
                      <a:pt x="9787509" y="7596378"/>
                      <a:pt x="7596505" y="9787382"/>
                      <a:pt x="4893818" y="9787382"/>
                    </a:cubicBezTo>
                    <a:lnTo>
                      <a:pt x="4893818" y="9770490"/>
                    </a:lnTo>
                    <a:lnTo>
                      <a:pt x="4893818" y="9787382"/>
                    </a:lnTo>
                    <a:cubicBezTo>
                      <a:pt x="2191004" y="9787509"/>
                      <a:pt x="0" y="7596505"/>
                      <a:pt x="0" y="4893691"/>
                    </a:cubicBezTo>
                    <a:lnTo>
                      <a:pt x="16891" y="4893691"/>
                    </a:lnTo>
                    <a:lnTo>
                      <a:pt x="33909" y="4893691"/>
                    </a:lnTo>
                    <a:lnTo>
                      <a:pt x="16891" y="4893691"/>
                    </a:lnTo>
                    <a:lnTo>
                      <a:pt x="0" y="4893691"/>
                    </a:lnTo>
                    <a:moveTo>
                      <a:pt x="33909" y="4893691"/>
                    </a:moveTo>
                    <a:cubicBezTo>
                      <a:pt x="33909" y="4903089"/>
                      <a:pt x="26289" y="4910582"/>
                      <a:pt x="17018" y="4910582"/>
                    </a:cubicBezTo>
                    <a:cubicBezTo>
                      <a:pt x="7747" y="4910582"/>
                      <a:pt x="0" y="4903089"/>
                      <a:pt x="0" y="4893691"/>
                    </a:cubicBezTo>
                    <a:cubicBezTo>
                      <a:pt x="0" y="4884293"/>
                      <a:pt x="7620" y="4876800"/>
                      <a:pt x="16891" y="4876800"/>
                    </a:cubicBezTo>
                    <a:cubicBezTo>
                      <a:pt x="26162" y="4876800"/>
                      <a:pt x="33782" y="4884420"/>
                      <a:pt x="33782" y="4893691"/>
                    </a:cubicBezTo>
                    <a:cubicBezTo>
                      <a:pt x="33909" y="7577709"/>
                      <a:pt x="2209673" y="9753600"/>
                      <a:pt x="4893691" y="9753600"/>
                    </a:cubicBezTo>
                    <a:cubicBezTo>
                      <a:pt x="7577709" y="9753600"/>
                      <a:pt x="9753600" y="7577709"/>
                      <a:pt x="9753600" y="4893691"/>
                    </a:cubicBezTo>
                    <a:cubicBezTo>
                      <a:pt x="9753600" y="2209673"/>
                      <a:pt x="7577709" y="33909"/>
                      <a:pt x="4893691" y="33909"/>
                    </a:cubicBezTo>
                    <a:lnTo>
                      <a:pt x="4893691" y="16891"/>
                    </a:lnTo>
                    <a:lnTo>
                      <a:pt x="4893691" y="33909"/>
                    </a:lnTo>
                    <a:cubicBezTo>
                      <a:pt x="2209673" y="33909"/>
                      <a:pt x="33909" y="2209673"/>
                      <a:pt x="33909" y="4893691"/>
                    </a:cubicBezTo>
                    <a:close/>
                  </a:path>
                </a:pathLst>
              </a:custGeom>
              <a:solidFill>
                <a:srgbClr val="F2C4CE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5052578" y="3549585"/>
              <a:ext cx="765391" cy="765391"/>
              <a:chOff x="0" y="0"/>
              <a:chExt cx="765391" cy="76539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16891" y="16891"/>
                <a:ext cx="731520" cy="731520"/>
              </a:xfrm>
              <a:custGeom>
                <a:avLst/>
                <a:gdLst/>
                <a:ahLst/>
                <a:cxnLst/>
                <a:rect r="r" b="b" t="t" l="l"/>
                <a:pathLst>
                  <a:path h="731520" w="731520">
                    <a:moveTo>
                      <a:pt x="0" y="365760"/>
                    </a:moveTo>
                    <a:cubicBezTo>
                      <a:pt x="0" y="163703"/>
                      <a:pt x="163703" y="0"/>
                      <a:pt x="365760" y="0"/>
                    </a:cubicBezTo>
                    <a:cubicBezTo>
                      <a:pt x="567817" y="0"/>
                      <a:pt x="731520" y="163703"/>
                      <a:pt x="731520" y="365760"/>
                    </a:cubicBezTo>
                    <a:cubicBezTo>
                      <a:pt x="731520" y="567817"/>
                      <a:pt x="567817" y="731520"/>
                      <a:pt x="365760" y="731520"/>
                    </a:cubicBezTo>
                    <a:cubicBezTo>
                      <a:pt x="163703" y="731520"/>
                      <a:pt x="0" y="567817"/>
                      <a:pt x="0" y="365760"/>
                    </a:cubicBezTo>
                    <a:close/>
                  </a:path>
                </a:pathLst>
              </a:custGeom>
              <a:solidFill>
                <a:srgbClr val="E87DAB">
                  <a:alpha val="63922"/>
                </a:srgbClr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65429" cy="765302"/>
              </a:xfrm>
              <a:custGeom>
                <a:avLst/>
                <a:gdLst/>
                <a:ahLst/>
                <a:cxnLst/>
                <a:rect r="r" b="b" t="t" l="l"/>
                <a:pathLst>
                  <a:path h="765302" w="765429">
                    <a:moveTo>
                      <a:pt x="0" y="382651"/>
                    </a:moveTo>
                    <a:cubicBezTo>
                      <a:pt x="0" y="171323"/>
                      <a:pt x="171323" y="0"/>
                      <a:pt x="382651" y="0"/>
                    </a:cubicBezTo>
                    <a:lnTo>
                      <a:pt x="382651" y="16891"/>
                    </a:lnTo>
                    <a:lnTo>
                      <a:pt x="382651" y="0"/>
                    </a:lnTo>
                    <a:cubicBezTo>
                      <a:pt x="594106" y="0"/>
                      <a:pt x="765429" y="171323"/>
                      <a:pt x="765429" y="382651"/>
                    </a:cubicBezTo>
                    <a:cubicBezTo>
                      <a:pt x="765429" y="593979"/>
                      <a:pt x="594106" y="765302"/>
                      <a:pt x="382778" y="765302"/>
                    </a:cubicBezTo>
                    <a:lnTo>
                      <a:pt x="382778" y="748411"/>
                    </a:lnTo>
                    <a:lnTo>
                      <a:pt x="382778" y="765302"/>
                    </a:lnTo>
                    <a:cubicBezTo>
                      <a:pt x="171323" y="765429"/>
                      <a:pt x="0" y="594106"/>
                      <a:pt x="0" y="382651"/>
                    </a:cubicBezTo>
                    <a:lnTo>
                      <a:pt x="16891" y="382651"/>
                    </a:lnTo>
                    <a:lnTo>
                      <a:pt x="31369" y="391414"/>
                    </a:lnTo>
                    <a:cubicBezTo>
                      <a:pt x="27432" y="397891"/>
                      <a:pt x="19685" y="400939"/>
                      <a:pt x="12319" y="398907"/>
                    </a:cubicBezTo>
                    <a:cubicBezTo>
                      <a:pt x="4953" y="396875"/>
                      <a:pt x="0" y="390271"/>
                      <a:pt x="0" y="382651"/>
                    </a:cubicBezTo>
                    <a:moveTo>
                      <a:pt x="33909" y="382651"/>
                    </a:moveTo>
                    <a:lnTo>
                      <a:pt x="16891" y="382651"/>
                    </a:lnTo>
                    <a:lnTo>
                      <a:pt x="2413" y="373888"/>
                    </a:lnTo>
                    <a:cubicBezTo>
                      <a:pt x="6350" y="367411"/>
                      <a:pt x="14097" y="364363"/>
                      <a:pt x="21463" y="366395"/>
                    </a:cubicBezTo>
                    <a:cubicBezTo>
                      <a:pt x="28829" y="368427"/>
                      <a:pt x="33782" y="375158"/>
                      <a:pt x="33782" y="382651"/>
                    </a:cubicBezTo>
                    <a:cubicBezTo>
                      <a:pt x="33782" y="575310"/>
                      <a:pt x="189992" y="731520"/>
                      <a:pt x="382651" y="731520"/>
                    </a:cubicBezTo>
                    <a:cubicBezTo>
                      <a:pt x="575310" y="731520"/>
                      <a:pt x="731520" y="575310"/>
                      <a:pt x="731520" y="382651"/>
                    </a:cubicBezTo>
                    <a:lnTo>
                      <a:pt x="748411" y="382651"/>
                    </a:lnTo>
                    <a:lnTo>
                      <a:pt x="731520" y="382651"/>
                    </a:lnTo>
                    <a:cubicBezTo>
                      <a:pt x="731520" y="189992"/>
                      <a:pt x="575310" y="33782"/>
                      <a:pt x="382651" y="33782"/>
                    </a:cubicBezTo>
                    <a:lnTo>
                      <a:pt x="382651" y="16891"/>
                    </a:lnTo>
                    <a:lnTo>
                      <a:pt x="382651" y="33909"/>
                    </a:lnTo>
                    <a:cubicBezTo>
                      <a:pt x="189992" y="33909"/>
                      <a:pt x="33782" y="190119"/>
                      <a:pt x="33782" y="382778"/>
                    </a:cubicBezTo>
                    <a:close/>
                  </a:path>
                </a:pathLst>
              </a:custGeom>
              <a:solidFill>
                <a:srgbClr val="E87DAB">
                  <a:alpha val="63922"/>
                </a:srgbClr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3570901" y="11248714"/>
              <a:ext cx="1253071" cy="1253071"/>
              <a:chOff x="0" y="0"/>
              <a:chExt cx="1253071" cy="125307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6891" y="16891"/>
                <a:ext cx="12192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1219200">
                    <a:moveTo>
                      <a:pt x="0" y="609600"/>
                    </a:moveTo>
                    <a:cubicBezTo>
                      <a:pt x="0" y="272923"/>
                      <a:pt x="272923" y="0"/>
                      <a:pt x="609600" y="0"/>
                    </a:cubicBezTo>
                    <a:cubicBezTo>
                      <a:pt x="946277" y="0"/>
                      <a:pt x="1219200" y="272923"/>
                      <a:pt x="1219200" y="609600"/>
                    </a:cubicBezTo>
                    <a:cubicBezTo>
                      <a:pt x="1219200" y="946277"/>
                      <a:pt x="946277" y="1219200"/>
                      <a:pt x="609600" y="1219200"/>
                    </a:cubicBezTo>
                    <a:cubicBezTo>
                      <a:pt x="272923" y="1219200"/>
                      <a:pt x="0" y="946277"/>
                      <a:pt x="0" y="609600"/>
                    </a:cubicBezTo>
                    <a:close/>
                  </a:path>
                </a:pathLst>
              </a:custGeom>
              <a:solidFill>
                <a:srgbClr val="C084E0">
                  <a:alpha val="63922"/>
                </a:srgbClr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3109" cy="1252982"/>
              </a:xfrm>
              <a:custGeom>
                <a:avLst/>
                <a:gdLst/>
                <a:ahLst/>
                <a:cxnLst/>
                <a:rect r="r" b="b" t="t" l="l"/>
                <a:pathLst>
                  <a:path h="1252982" w="1253109">
                    <a:moveTo>
                      <a:pt x="0" y="626491"/>
                    </a:moveTo>
                    <a:cubicBezTo>
                      <a:pt x="0" y="280543"/>
                      <a:pt x="280543" y="0"/>
                      <a:pt x="626491" y="0"/>
                    </a:cubicBezTo>
                    <a:lnTo>
                      <a:pt x="626491" y="16891"/>
                    </a:lnTo>
                    <a:lnTo>
                      <a:pt x="626491" y="0"/>
                    </a:lnTo>
                    <a:cubicBezTo>
                      <a:pt x="972566" y="0"/>
                      <a:pt x="1253109" y="280543"/>
                      <a:pt x="1253109" y="626491"/>
                    </a:cubicBezTo>
                    <a:lnTo>
                      <a:pt x="1236091" y="626491"/>
                    </a:lnTo>
                    <a:lnTo>
                      <a:pt x="1252982" y="626491"/>
                    </a:lnTo>
                    <a:cubicBezTo>
                      <a:pt x="1252982" y="972566"/>
                      <a:pt x="972439" y="1252982"/>
                      <a:pt x="626491" y="1252982"/>
                    </a:cubicBezTo>
                    <a:lnTo>
                      <a:pt x="626491" y="1236091"/>
                    </a:lnTo>
                    <a:lnTo>
                      <a:pt x="626491" y="1252982"/>
                    </a:lnTo>
                    <a:cubicBezTo>
                      <a:pt x="280543" y="1253109"/>
                      <a:pt x="0" y="972566"/>
                      <a:pt x="0" y="626491"/>
                    </a:cubicBezTo>
                    <a:lnTo>
                      <a:pt x="16891" y="626491"/>
                    </a:lnTo>
                    <a:lnTo>
                      <a:pt x="33909" y="626491"/>
                    </a:lnTo>
                    <a:lnTo>
                      <a:pt x="16891" y="626491"/>
                    </a:lnTo>
                    <a:lnTo>
                      <a:pt x="0" y="626491"/>
                    </a:lnTo>
                    <a:moveTo>
                      <a:pt x="33909" y="626491"/>
                    </a:moveTo>
                    <a:cubicBezTo>
                      <a:pt x="33909" y="635889"/>
                      <a:pt x="26289" y="643382"/>
                      <a:pt x="17018" y="643382"/>
                    </a:cubicBezTo>
                    <a:cubicBezTo>
                      <a:pt x="7747" y="643382"/>
                      <a:pt x="0" y="635889"/>
                      <a:pt x="0" y="626491"/>
                    </a:cubicBezTo>
                    <a:cubicBezTo>
                      <a:pt x="0" y="617093"/>
                      <a:pt x="7620" y="609600"/>
                      <a:pt x="16891" y="609600"/>
                    </a:cubicBezTo>
                    <a:cubicBezTo>
                      <a:pt x="26162" y="609600"/>
                      <a:pt x="33782" y="617220"/>
                      <a:pt x="33782" y="626491"/>
                    </a:cubicBezTo>
                    <a:cubicBezTo>
                      <a:pt x="33909" y="953897"/>
                      <a:pt x="299212" y="1219200"/>
                      <a:pt x="626491" y="1219200"/>
                    </a:cubicBezTo>
                    <a:cubicBezTo>
                      <a:pt x="953897" y="1219200"/>
                      <a:pt x="1219200" y="953897"/>
                      <a:pt x="1219200" y="626491"/>
                    </a:cubicBezTo>
                    <a:cubicBezTo>
                      <a:pt x="1219200" y="299212"/>
                      <a:pt x="953897" y="33909"/>
                      <a:pt x="626491" y="33909"/>
                    </a:cubicBezTo>
                    <a:lnTo>
                      <a:pt x="626491" y="16891"/>
                    </a:lnTo>
                    <a:lnTo>
                      <a:pt x="626491" y="33909"/>
                    </a:lnTo>
                    <a:cubicBezTo>
                      <a:pt x="299212" y="33909"/>
                      <a:pt x="33909" y="299212"/>
                      <a:pt x="33909" y="626491"/>
                    </a:cubicBezTo>
                    <a:close/>
                  </a:path>
                </a:pathLst>
              </a:custGeom>
              <a:solidFill>
                <a:srgbClr val="C084E0">
                  <a:alpha val="63922"/>
                </a:srgbClr>
              </a:solidFill>
            </p:spPr>
          </p:sp>
        </p:grpSp>
      </p:grpSp>
      <p:grpSp>
        <p:nvGrpSpPr>
          <p:cNvPr name="Group 15" id="15"/>
          <p:cNvGrpSpPr/>
          <p:nvPr/>
        </p:nvGrpSpPr>
        <p:grpSpPr>
          <a:xfrm rot="0">
            <a:off x="2181863" y="718823"/>
            <a:ext cx="574043" cy="574043"/>
            <a:chOff x="0" y="0"/>
            <a:chExt cx="765391" cy="7653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87DAB">
                <a:alpha val="63922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E87DAB">
                <a:alpha val="63922"/>
              </a:srgbClr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31216" y="3350465"/>
            <a:ext cx="10221155" cy="291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90"/>
              </a:lnSpc>
              <a:spcBef>
                <a:spcPct val="0"/>
              </a:spcBef>
            </a:pPr>
            <a:r>
              <a:rPr lang="en-US" sz="12323" spc="-3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MUCHAS GRACIAS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742977" y="-563680"/>
            <a:ext cx="7650441" cy="11322493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846528" y="9550494"/>
            <a:ext cx="8115300" cy="462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FF009D"/>
                </a:solidFill>
                <a:latin typeface="Open Sauce"/>
                <a:ea typeface="Open Sauce"/>
                <a:cs typeface="Open Sauce"/>
                <a:sym typeface="Open Sauce"/>
              </a:rPr>
              <a:t>APLICACIONES PARA DISPOSITIVOS MÓVILES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43166"/>
            <a:ext cx="18288000" cy="9600669"/>
            <a:chOff x="0" y="0"/>
            <a:chExt cx="43738800" cy="2296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38800" cy="22961600"/>
            </a:xfrm>
            <a:custGeom>
              <a:avLst/>
              <a:gdLst/>
              <a:ahLst/>
              <a:cxnLst/>
              <a:rect r="r" b="b" t="t" l="l"/>
              <a:pathLst>
                <a:path h="22961600" w="43738800">
                  <a:moveTo>
                    <a:pt x="43738800" y="0"/>
                  </a:moveTo>
                  <a:lnTo>
                    <a:pt x="43738800" y="22961600"/>
                  </a:lnTo>
                  <a:lnTo>
                    <a:pt x="0" y="22961600"/>
                  </a:lnTo>
                  <a:lnTo>
                    <a:pt x="0" y="0"/>
                  </a:lnTo>
                  <a:lnTo>
                    <a:pt x="43738800" y="0"/>
                  </a:lnTo>
                  <a:close/>
                </a:path>
              </a:pathLst>
            </a:custGeom>
            <a:solidFill>
              <a:srgbClr val="F6F2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4885" y="513089"/>
            <a:ext cx="4832195" cy="9473226"/>
            <a:chOff x="0" y="0"/>
            <a:chExt cx="5778500" cy="1132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78500" cy="11328400"/>
            </a:xfrm>
            <a:custGeom>
              <a:avLst/>
              <a:gdLst/>
              <a:ahLst/>
              <a:cxnLst/>
              <a:rect r="r" b="b" t="t" l="l"/>
              <a:pathLst>
                <a:path h="11328400" w="5778500">
                  <a:moveTo>
                    <a:pt x="0" y="0"/>
                  </a:moveTo>
                  <a:lnTo>
                    <a:pt x="5778500" y="0"/>
                  </a:lnTo>
                  <a:lnTo>
                    <a:pt x="5778500" y="11328400"/>
                  </a:lnTo>
                  <a:lnTo>
                    <a:pt x="0" y="1132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79693" y="937897"/>
            <a:ext cx="3982578" cy="8623610"/>
          </a:xfrm>
          <a:custGeom>
            <a:avLst/>
            <a:gdLst/>
            <a:ahLst/>
            <a:cxnLst/>
            <a:rect r="r" b="b" t="t" l="l"/>
            <a:pathLst>
              <a:path h="8623610" w="3982578">
                <a:moveTo>
                  <a:pt x="0" y="0"/>
                </a:moveTo>
                <a:lnTo>
                  <a:pt x="3982579" y="0"/>
                </a:lnTo>
                <a:lnTo>
                  <a:pt x="3982579" y="8623610"/>
                </a:lnTo>
                <a:lnTo>
                  <a:pt x="0" y="86236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33" t="-246" r="-533" b="-246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317742" y="576810"/>
            <a:ext cx="4832195" cy="9473226"/>
            <a:chOff x="0" y="0"/>
            <a:chExt cx="5778500" cy="1132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78500" cy="11328400"/>
            </a:xfrm>
            <a:custGeom>
              <a:avLst/>
              <a:gdLst/>
              <a:ahLst/>
              <a:cxnLst/>
              <a:rect r="r" b="b" t="t" l="l"/>
              <a:pathLst>
                <a:path h="11328400" w="5778500">
                  <a:moveTo>
                    <a:pt x="0" y="0"/>
                  </a:moveTo>
                  <a:lnTo>
                    <a:pt x="5778500" y="0"/>
                  </a:lnTo>
                  <a:lnTo>
                    <a:pt x="5778500" y="11328400"/>
                  </a:lnTo>
                  <a:lnTo>
                    <a:pt x="0" y="1132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742551" y="1001618"/>
            <a:ext cx="3982578" cy="8623610"/>
            <a:chOff x="0" y="0"/>
            <a:chExt cx="4762500" cy="10312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13749871"/>
            </a:xfrm>
            <a:custGeom>
              <a:avLst/>
              <a:gdLst/>
              <a:ahLst/>
              <a:cxnLst/>
              <a:rect r="r" b="b" t="t" l="l"/>
              <a:pathLst>
                <a:path h="13749871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49871"/>
                  </a:lnTo>
                  <a:lnTo>
                    <a:pt x="0" y="13749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0" t="-184" r="24600" b="2481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609171" y="523709"/>
            <a:ext cx="4832195" cy="9473226"/>
            <a:chOff x="0" y="0"/>
            <a:chExt cx="5778500" cy="1132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78500" cy="11328400"/>
            </a:xfrm>
            <a:custGeom>
              <a:avLst/>
              <a:gdLst/>
              <a:ahLst/>
              <a:cxnLst/>
              <a:rect r="r" b="b" t="t" l="l"/>
              <a:pathLst>
                <a:path h="11328400" w="5778500">
                  <a:moveTo>
                    <a:pt x="0" y="0"/>
                  </a:moveTo>
                  <a:lnTo>
                    <a:pt x="5778500" y="0"/>
                  </a:lnTo>
                  <a:lnTo>
                    <a:pt x="5778500" y="11328400"/>
                  </a:lnTo>
                  <a:lnTo>
                    <a:pt x="0" y="1132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033979" y="948517"/>
            <a:ext cx="3982578" cy="8623610"/>
            <a:chOff x="0" y="0"/>
            <a:chExt cx="4762500" cy="10312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13749871"/>
            </a:xfrm>
            <a:custGeom>
              <a:avLst/>
              <a:gdLst/>
              <a:ahLst/>
              <a:cxnLst/>
              <a:rect r="r" b="b" t="t" l="l"/>
              <a:pathLst>
                <a:path h="13749871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49871"/>
                  </a:lnTo>
                  <a:lnTo>
                    <a:pt x="0" y="13749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00" t="-184" r="24600" b="2481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63456" y="555570"/>
            <a:ext cx="4832195" cy="9473226"/>
            <a:chOff x="0" y="0"/>
            <a:chExt cx="5778500" cy="11328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78500" cy="11328400"/>
            </a:xfrm>
            <a:custGeom>
              <a:avLst/>
              <a:gdLst/>
              <a:ahLst/>
              <a:cxnLst/>
              <a:rect r="r" b="b" t="t" l="l"/>
              <a:pathLst>
                <a:path h="11328400" w="5778500">
                  <a:moveTo>
                    <a:pt x="0" y="0"/>
                  </a:moveTo>
                  <a:lnTo>
                    <a:pt x="5778500" y="0"/>
                  </a:lnTo>
                  <a:lnTo>
                    <a:pt x="5778500" y="11328400"/>
                  </a:lnTo>
                  <a:lnTo>
                    <a:pt x="0" y="1132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88265" y="980378"/>
            <a:ext cx="3982578" cy="8623610"/>
            <a:chOff x="0" y="0"/>
            <a:chExt cx="4762500" cy="10312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13749871"/>
            </a:xfrm>
            <a:custGeom>
              <a:avLst/>
              <a:gdLst/>
              <a:ahLst/>
              <a:cxnLst/>
              <a:rect r="r" b="b" t="t" l="l"/>
              <a:pathLst>
                <a:path h="13749871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13749871"/>
                  </a:lnTo>
                  <a:lnTo>
                    <a:pt x="0" y="13749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00" t="-184" r="24600" b="24815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722631" y="647711"/>
            <a:ext cx="1667373" cy="223024"/>
          </a:xfrm>
          <a:custGeom>
            <a:avLst/>
            <a:gdLst/>
            <a:ahLst/>
            <a:cxnLst/>
            <a:rect r="r" b="b" t="t" l="l"/>
            <a:pathLst>
              <a:path h="223024" w="1667373">
                <a:moveTo>
                  <a:pt x="0" y="0"/>
                </a:moveTo>
                <a:lnTo>
                  <a:pt x="1667373" y="0"/>
                </a:lnTo>
                <a:lnTo>
                  <a:pt x="1667373" y="223024"/>
                </a:lnTo>
                <a:lnTo>
                  <a:pt x="0" y="2230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054126" y="634435"/>
            <a:ext cx="1300976" cy="191164"/>
          </a:xfrm>
          <a:custGeom>
            <a:avLst/>
            <a:gdLst/>
            <a:ahLst/>
            <a:cxnLst/>
            <a:rect r="r" b="b" t="t" l="l"/>
            <a:pathLst>
              <a:path h="191164" w="1300976">
                <a:moveTo>
                  <a:pt x="0" y="0"/>
                </a:moveTo>
                <a:lnTo>
                  <a:pt x="1300975" y="0"/>
                </a:lnTo>
                <a:lnTo>
                  <a:pt x="1300975" y="191164"/>
                </a:lnTo>
                <a:lnTo>
                  <a:pt x="0" y="1911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410727" y="640903"/>
            <a:ext cx="1120432" cy="207094"/>
          </a:xfrm>
          <a:custGeom>
            <a:avLst/>
            <a:gdLst/>
            <a:ahLst/>
            <a:cxnLst/>
            <a:rect r="r" b="b" t="t" l="l"/>
            <a:pathLst>
              <a:path h="207094" w="1120432">
                <a:moveTo>
                  <a:pt x="0" y="0"/>
                </a:moveTo>
                <a:lnTo>
                  <a:pt x="1120432" y="0"/>
                </a:lnTo>
                <a:lnTo>
                  <a:pt x="1120432" y="207094"/>
                </a:lnTo>
                <a:lnTo>
                  <a:pt x="0" y="20709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725271" y="674325"/>
            <a:ext cx="1651443" cy="254885"/>
          </a:xfrm>
          <a:custGeom>
            <a:avLst/>
            <a:gdLst/>
            <a:ahLst/>
            <a:cxnLst/>
            <a:rect r="r" b="b" t="t" l="l"/>
            <a:pathLst>
              <a:path h="254885" w="1651443">
                <a:moveTo>
                  <a:pt x="0" y="0"/>
                </a:moveTo>
                <a:lnTo>
                  <a:pt x="1651443" y="0"/>
                </a:lnTo>
                <a:lnTo>
                  <a:pt x="1651443" y="254885"/>
                </a:lnTo>
                <a:lnTo>
                  <a:pt x="0" y="2548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700934" y="566222"/>
            <a:ext cx="16586239" cy="8880608"/>
            <a:chOff x="0" y="0"/>
            <a:chExt cx="22114985" cy="11840811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19304"/>
              <a:ext cx="2303906" cy="455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9"/>
                </a:lnSpc>
              </a:pPr>
              <a:r>
                <a:rPr lang="en-US" sz="2006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Inicio / Buscar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777394" y="-47625"/>
              <a:ext cx="1811114" cy="455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9"/>
                </a:lnSpc>
              </a:pPr>
              <a:r>
                <a:rPr lang="en-US" sz="2006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Resultados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7346341" y="23176"/>
              <a:ext cx="2291586" cy="455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9"/>
                </a:lnSpc>
              </a:pPr>
              <a:r>
                <a:rPr lang="en-US" sz="2006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Configuración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730260" y="2755884"/>
              <a:ext cx="3883471" cy="976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2"/>
                </a:lnSpc>
              </a:pPr>
              <a:r>
                <a:rPr lang="en-US" sz="334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Mi Biblioteca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589909" y="6149928"/>
              <a:ext cx="1561369" cy="1062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</a:pPr>
              <a:r>
                <a:rPr lang="en-US" sz="125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639"/>
                </a:lnSpc>
              </a:pPr>
              <a:r>
                <a:rPr lang="en-US" sz="117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404"/>
                </a:lnSpc>
              </a:pPr>
              <a:r>
                <a:rPr lang="en-US" sz="100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589909" y="8160687"/>
              <a:ext cx="1561369" cy="1062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</a:pPr>
              <a:r>
                <a:rPr lang="en-US" sz="125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639"/>
                </a:lnSpc>
              </a:pPr>
              <a:r>
                <a:rPr lang="en-US" sz="117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404"/>
                </a:lnSpc>
              </a:pPr>
              <a:r>
                <a:rPr lang="en-US" sz="100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7589909" y="10171447"/>
              <a:ext cx="1561369" cy="1062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</a:pPr>
              <a:r>
                <a:rPr lang="en-US" sz="125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639"/>
                </a:lnSpc>
              </a:pPr>
              <a:r>
                <a:rPr lang="en-US" sz="117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404"/>
                </a:lnSpc>
              </a:pPr>
              <a:r>
                <a:rPr lang="en-US" sz="100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6315484" y="2496576"/>
              <a:ext cx="3253112" cy="292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</a:pPr>
              <a:r>
                <a:rPr lang="en-US" sz="125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Palabra buscada (tipo buscado)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6372125" y="3133788"/>
              <a:ext cx="2615602" cy="292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</a:pPr>
              <a:r>
                <a:rPr lang="en-US" sz="125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8 resultados encontrados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7589909" y="4139168"/>
              <a:ext cx="1561369" cy="1062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</a:pPr>
              <a:r>
                <a:rPr lang="en-US" sz="125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639"/>
                </a:lnSpc>
              </a:pPr>
              <a:r>
                <a:rPr lang="en-US" sz="117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404"/>
                </a:lnSpc>
              </a:pPr>
              <a:r>
                <a:rPr lang="en-US" sz="100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2092878" y="2751461"/>
              <a:ext cx="1900479" cy="292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</a:pPr>
              <a:r>
                <a:rPr lang="en-US" sz="125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2 libros guardados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3395624" y="4181649"/>
              <a:ext cx="1561369" cy="1062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</a:pPr>
              <a:r>
                <a:rPr lang="en-US" sz="125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639"/>
                </a:lnSpc>
              </a:pPr>
              <a:r>
                <a:rPr lang="en-US" sz="117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404"/>
                </a:lnSpc>
              </a:pPr>
              <a:r>
                <a:rPr lang="en-US" sz="100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3395624" y="6192408"/>
              <a:ext cx="1561369" cy="1062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</a:pPr>
              <a:r>
                <a:rPr lang="en-US" sz="1254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Nombre libro</a:t>
              </a:r>
            </a:p>
            <a:p>
              <a:pPr algn="l">
                <a:lnSpc>
                  <a:spcPts val="1639"/>
                </a:lnSpc>
              </a:pPr>
              <a:r>
                <a:rPr lang="en-US" sz="117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Autor</a:t>
              </a:r>
            </a:p>
            <a:p>
              <a:pPr algn="l">
                <a:lnSpc>
                  <a:spcPts val="1404"/>
                </a:lnSpc>
              </a:pPr>
              <a:r>
                <a:rPr lang="en-US" sz="1003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Año de publicación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306691" y="1835466"/>
              <a:ext cx="2444857" cy="687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4"/>
                </a:lnSpc>
              </a:pPr>
              <a:r>
                <a:rPr lang="en-US" sz="301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Resultado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2955777" y="1849626"/>
              <a:ext cx="3265799" cy="687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4"/>
                </a:lnSpc>
              </a:pPr>
              <a:r>
                <a:rPr lang="en-US" sz="301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Mis Favoritos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8677606" y="1877947"/>
              <a:ext cx="3437379" cy="687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4"/>
                </a:lnSpc>
              </a:pPr>
              <a:r>
                <a:rPr lang="en-US" sz="301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Configuración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288585" y="5321551"/>
              <a:ext cx="1794886" cy="275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</a:pPr>
              <a:r>
                <a:rPr lang="en-US" sz="117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Buscar por título ...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693854" y="6057886"/>
              <a:ext cx="1682864" cy="275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</a:pPr>
              <a:r>
                <a:rPr lang="en-US" sz="117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Buscar por: Título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308125" y="6928743"/>
              <a:ext cx="637736" cy="275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</a:pPr>
              <a:r>
                <a:rPr lang="en-US" sz="1170" spc="8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Buscar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495666" y="4639413"/>
              <a:ext cx="1762048" cy="387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1"/>
                </a:lnSpc>
              </a:pPr>
              <a:r>
                <a:rPr lang="en-US" sz="1672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Buscar libros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798355" y="9031318"/>
              <a:ext cx="2622937" cy="8558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6"/>
                </a:lnSpc>
              </a:pPr>
              <a:r>
                <a:rPr lang="en-US" sz="2675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Mis Favoritos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98244" y="11445872"/>
              <a:ext cx="618847" cy="309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3"/>
                </a:lnSpc>
              </a:pPr>
              <a:r>
                <a:rPr lang="en-US" sz="133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Título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6003958" y="11460032"/>
              <a:ext cx="618847" cy="309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3"/>
                </a:lnSpc>
              </a:pPr>
              <a:r>
                <a:rPr lang="en-US" sz="133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Título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1809672" y="11502513"/>
              <a:ext cx="618847" cy="309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3"/>
                </a:lnSpc>
              </a:pPr>
              <a:r>
                <a:rPr lang="en-US" sz="133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Título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7615387" y="11530834"/>
              <a:ext cx="618847" cy="309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3"/>
                </a:lnSpc>
              </a:pPr>
              <a:r>
                <a:rPr lang="en-US" sz="133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Título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7898592" y="6305691"/>
              <a:ext cx="1169342" cy="309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3"/>
                </a:lnSpc>
              </a:pPr>
              <a:r>
                <a:rPr lang="en-US" sz="133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Acerca de 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9243819" y="7108191"/>
              <a:ext cx="813763" cy="597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</a:pPr>
              <a:r>
                <a:rPr lang="en-US" sz="133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Versión 1.0.0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7856111" y="4139168"/>
              <a:ext cx="1152194" cy="309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3"/>
                </a:lnSpc>
              </a:pPr>
              <a:r>
                <a:rPr lang="en-US" sz="133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Apariencia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9243819" y="4932144"/>
              <a:ext cx="1431633" cy="5556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3"/>
                </a:lnSpc>
              </a:pPr>
              <a:r>
                <a:rPr lang="en-US" sz="133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Modo oscuro</a:t>
              </a:r>
            </a:p>
            <a:p>
              <a:pPr algn="l">
                <a:lnSpc>
                  <a:spcPts val="1521"/>
                </a:lnSpc>
              </a:pPr>
              <a:r>
                <a:rPr lang="en-US" sz="1087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Tema de la app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1583108" y="-42990"/>
              <a:ext cx="1570871" cy="4819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6"/>
                </a:lnSpc>
              </a:pPr>
              <a:r>
                <a:rPr lang="en-US" sz="2090">
                  <a:solidFill>
                    <a:srgbClr val="000000">
                      <a:alpha val="0"/>
                    </a:srgbClr>
                  </a:solidFill>
                  <a:latin typeface="Arimo"/>
                  <a:ea typeface="Arimo"/>
                  <a:cs typeface="Arimo"/>
                  <a:sym typeface="Arimo"/>
                </a:rPr>
                <a:t>Favoritos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DAHJ2AqDPd0</dc:identifier>
  <dcterms:modified xsi:type="dcterms:W3CDTF">2011-08-01T06:04:30Z</dcterms:modified>
  <cp:revision>1</cp:revision>
  <dc:title>Presentación Final</dc:title>
</cp:coreProperties>
</file>